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omments/modernComment_173_6F28D39F.xml" ContentType="application/vnd.ms-powerpoint.comments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comments/modernComment_172_3A616997.xml" ContentType="application/vnd.ms-powerpoint.comment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9"/>
  </p:notesMasterIdLst>
  <p:sldIdLst>
    <p:sldId id="257" r:id="rId2"/>
    <p:sldId id="371" r:id="rId3"/>
    <p:sldId id="370" r:id="rId4"/>
    <p:sldId id="385" r:id="rId5"/>
    <p:sldId id="386" r:id="rId6"/>
    <p:sldId id="387" r:id="rId7"/>
    <p:sldId id="388" r:id="rId8"/>
  </p:sldIdLst>
  <p:sldSz cx="12192000" cy="6858000"/>
  <p:notesSz cx="6858000" cy="9144000"/>
  <p:embeddedFontLst>
    <p:embeddedFont>
      <p:font typeface="Raleway" pitchFamily="2" charset="0"/>
      <p:regular r:id="rId10"/>
      <p:bold r:id="rId11"/>
      <p:italic r:id="rId12"/>
      <p:boldItalic r:id="rId13"/>
    </p:embeddedFont>
    <p:embeddedFont>
      <p:font typeface="Roboto" panose="02000000000000000000" pitchFamily="2" charset="0"/>
      <p:regular r:id="rId14"/>
      <p:bold r:id="rId15"/>
      <p:italic r:id="rId16"/>
      <p:boldItalic r:id="rId17"/>
    </p:embeddedFont>
  </p:embeddedFontLst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E3CC46F-CFDF-578F-F25B-FAE3F5FFECFF}" name="Andrea Iacob" initials="AI" userId="S::andrea.iacob@protv.ro::2ceb34ef-d281-4e98-b51a-d3c01b3e44ab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61BE192-322C-43AA-9DE7-79A8EAFFA503}" v="5" dt="2026-02-26T06:17:52.062"/>
    <p1510:client id="{8EA313B5-67BF-438B-90FC-D792D7381531}" v="12" dt="2026-02-26T06:22:49.7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9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trýček, Jakub" userId="0fd0477a-885b-4640-8df6-a47f260f7b47" providerId="ADAL" clId="{642162F9-3CBE-4328-B65F-6EA6B7ABAE33}"/>
    <pc:docChg chg="undo custSel addSld delSld modSld modMainMaster">
      <pc:chgData name="Strýček, Jakub" userId="0fd0477a-885b-4640-8df6-a47f260f7b47" providerId="ADAL" clId="{642162F9-3CBE-4328-B65F-6EA6B7ABAE33}" dt="2026-02-26T06:24:04.512" v="98" actId="207"/>
      <pc:docMkLst>
        <pc:docMk/>
      </pc:docMkLst>
      <pc:sldChg chg="addSp delSp modSp mod setBg">
        <pc:chgData name="Strýček, Jakub" userId="0fd0477a-885b-4640-8df6-a47f260f7b47" providerId="ADAL" clId="{642162F9-3CBE-4328-B65F-6EA6B7ABAE33}" dt="2026-02-26T06:20:59.920" v="75"/>
        <pc:sldMkLst>
          <pc:docMk/>
          <pc:sldMk cId="2781538136" sldId="257"/>
        </pc:sldMkLst>
        <pc:spChg chg="del">
          <ac:chgData name="Strýček, Jakub" userId="0fd0477a-885b-4640-8df6-a47f260f7b47" providerId="ADAL" clId="{642162F9-3CBE-4328-B65F-6EA6B7ABAE33}" dt="2026-02-26T06:17:20.900" v="5" actId="478"/>
          <ac:spMkLst>
            <pc:docMk/>
            <pc:sldMk cId="2781538136" sldId="257"/>
            <ac:spMk id="2" creationId="{ADA9E162-0917-D825-DFD7-43E5441F9833}"/>
          </ac:spMkLst>
        </pc:spChg>
        <pc:spChg chg="add mod">
          <ac:chgData name="Strýček, Jakub" userId="0fd0477a-885b-4640-8df6-a47f260f7b47" providerId="ADAL" clId="{642162F9-3CBE-4328-B65F-6EA6B7ABAE33}" dt="2026-02-26T06:19:08.943" v="66" actId="20577"/>
          <ac:spMkLst>
            <pc:docMk/>
            <pc:sldMk cId="2781538136" sldId="257"/>
            <ac:spMk id="3" creationId="{9523D7AD-2A4F-75D9-43B1-6DB7377A5531}"/>
          </ac:spMkLst>
        </pc:spChg>
        <pc:picChg chg="del">
          <ac:chgData name="Strýček, Jakub" userId="0fd0477a-885b-4640-8df6-a47f260f7b47" providerId="ADAL" clId="{642162F9-3CBE-4328-B65F-6EA6B7ABAE33}" dt="2026-02-26T06:17:15.520" v="3" actId="478"/>
          <ac:picMkLst>
            <pc:docMk/>
            <pc:sldMk cId="2781538136" sldId="257"/>
            <ac:picMk id="7" creationId="{1A849D7D-DFA5-4352-3851-F4C3793FE375}"/>
          </ac:picMkLst>
        </pc:picChg>
        <pc:picChg chg="del">
          <ac:chgData name="Strýček, Jakub" userId="0fd0477a-885b-4640-8df6-a47f260f7b47" providerId="ADAL" clId="{642162F9-3CBE-4328-B65F-6EA6B7ABAE33}" dt="2026-02-26T06:17:17.857" v="4" actId="478"/>
          <ac:picMkLst>
            <pc:docMk/>
            <pc:sldMk cId="2781538136" sldId="257"/>
            <ac:picMk id="8" creationId="{1660B2F1-7890-4739-04DA-8062B72023F6}"/>
          </ac:picMkLst>
        </pc:picChg>
        <pc:cxnChg chg="del">
          <ac:chgData name="Strýček, Jakub" userId="0fd0477a-885b-4640-8df6-a47f260f7b47" providerId="ADAL" clId="{642162F9-3CBE-4328-B65F-6EA6B7ABAE33}" dt="2026-02-26T06:17:23.496" v="6" actId="478"/>
          <ac:cxnSpMkLst>
            <pc:docMk/>
            <pc:sldMk cId="2781538136" sldId="257"/>
            <ac:cxnSpMk id="6" creationId="{7B351F6B-435F-7D54-9FC5-190B10A99CA0}"/>
          </ac:cxnSpMkLst>
        </pc:cxnChg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1491859662" sldId="258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2182190163" sldId="259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702758748" sldId="260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908378083" sldId="261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2704607787" sldId="262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3185834373" sldId="263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3091825441" sldId="264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3838453523" sldId="265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1651828694" sldId="266"/>
        </pc:sldMkLst>
      </pc:sldChg>
      <pc:sldChg chg="del">
        <pc:chgData name="Strýček, Jakub" userId="0fd0477a-885b-4640-8df6-a47f260f7b47" providerId="ADAL" clId="{642162F9-3CBE-4328-B65F-6EA6B7ABAE33}" dt="2026-02-26T06:19:03.889" v="63" actId="47"/>
        <pc:sldMkLst>
          <pc:docMk/>
          <pc:sldMk cId="1616579217" sldId="267"/>
        </pc:sldMkLst>
      </pc:sldChg>
      <pc:sldChg chg="del">
        <pc:chgData name="Strýček, Jakub" userId="0fd0477a-885b-4640-8df6-a47f260f7b47" providerId="ADAL" clId="{642162F9-3CBE-4328-B65F-6EA6B7ABAE33}" dt="2026-02-26T06:19:11.160" v="67" actId="47"/>
        <pc:sldMkLst>
          <pc:docMk/>
          <pc:sldMk cId="1585126367" sldId="269"/>
        </pc:sldMkLst>
      </pc:sldChg>
      <pc:sldChg chg="addSp delSp modSp mod setBg chgLayout">
        <pc:chgData name="Strýček, Jakub" userId="0fd0477a-885b-4640-8df6-a47f260f7b47" providerId="ADAL" clId="{642162F9-3CBE-4328-B65F-6EA6B7ABAE33}" dt="2026-02-26T06:23:09.768" v="89" actId="207"/>
        <pc:sldMkLst>
          <pc:docMk/>
          <pc:sldMk cId="979462551" sldId="370"/>
        </pc:sldMkLst>
        <pc:spChg chg="mod">
          <ac:chgData name="Strýček, Jakub" userId="0fd0477a-885b-4640-8df6-a47f260f7b47" providerId="ADAL" clId="{642162F9-3CBE-4328-B65F-6EA6B7ABAE33}" dt="2026-02-26T06:23:07.098" v="88" actId="207"/>
          <ac:spMkLst>
            <pc:docMk/>
            <pc:sldMk cId="979462551" sldId="370"/>
            <ac:spMk id="2" creationId="{85300F17-314D-538C-807A-303EE16E32BE}"/>
          </ac:spMkLst>
        </pc:spChg>
        <pc:spChg chg="add del mod ord">
          <ac:chgData name="Strýček, Jakub" userId="0fd0477a-885b-4640-8df6-a47f260f7b47" providerId="ADAL" clId="{642162F9-3CBE-4328-B65F-6EA6B7ABAE33}" dt="2026-02-26T06:23:02.822" v="87" actId="478"/>
          <ac:spMkLst>
            <pc:docMk/>
            <pc:sldMk cId="979462551" sldId="370"/>
            <ac:spMk id="4" creationId="{E31B2ABD-03DB-E24C-DEB5-F9DDC68BF43C}"/>
          </ac:spMkLst>
        </pc:spChg>
        <pc:spChg chg="mod">
          <ac:chgData name="Strýček, Jakub" userId="0fd0477a-885b-4640-8df6-a47f260f7b47" providerId="ADAL" clId="{642162F9-3CBE-4328-B65F-6EA6B7ABAE33}" dt="2026-02-26T06:23:09.768" v="89" actId="207"/>
          <ac:spMkLst>
            <pc:docMk/>
            <pc:sldMk cId="979462551" sldId="370"/>
            <ac:spMk id="15" creationId="{EB6F5BBB-1D2A-3263-D70C-0DB7AE5EAACF}"/>
          </ac:spMkLst>
        </pc:spChg>
      </pc:sldChg>
      <pc:sldChg chg="addSp delSp modSp mod setBg modClrScheme chgLayout">
        <pc:chgData name="Strýček, Jakub" userId="0fd0477a-885b-4640-8df6-a47f260f7b47" providerId="ADAL" clId="{642162F9-3CBE-4328-B65F-6EA6B7ABAE33}" dt="2026-02-26T06:22:28.827" v="84"/>
        <pc:sldMkLst>
          <pc:docMk/>
          <pc:sldMk cId="1864946591" sldId="371"/>
        </pc:sldMkLst>
        <pc:spChg chg="mod">
          <ac:chgData name="Strýček, Jakub" userId="0fd0477a-885b-4640-8df6-a47f260f7b47" providerId="ADAL" clId="{642162F9-3CBE-4328-B65F-6EA6B7ABAE33}" dt="2026-02-26T06:22:08.681" v="82" actId="1076"/>
          <ac:spMkLst>
            <pc:docMk/>
            <pc:sldMk cId="1864946591" sldId="371"/>
            <ac:spMk id="2" creationId="{7616DAA7-8456-820E-EC81-F6539A174762}"/>
          </ac:spMkLst>
        </pc:spChg>
        <pc:spChg chg="add del mod ord">
          <ac:chgData name="Strýček, Jakub" userId="0fd0477a-885b-4640-8df6-a47f260f7b47" providerId="ADAL" clId="{642162F9-3CBE-4328-B65F-6EA6B7ABAE33}" dt="2026-02-26T06:22:00.985" v="80" actId="478"/>
          <ac:spMkLst>
            <pc:docMk/>
            <pc:sldMk cId="1864946591" sldId="371"/>
            <ac:spMk id="3" creationId="{4762F101-0E19-9EEF-DB64-357BE5CC668B}"/>
          </ac:spMkLst>
        </pc:spChg>
        <pc:spChg chg="mod">
          <ac:chgData name="Strýček, Jakub" userId="0fd0477a-885b-4640-8df6-a47f260f7b47" providerId="ADAL" clId="{642162F9-3CBE-4328-B65F-6EA6B7ABAE33}" dt="2026-02-26T06:22:08.681" v="82" actId="1076"/>
          <ac:spMkLst>
            <pc:docMk/>
            <pc:sldMk cId="1864946591" sldId="371"/>
            <ac:spMk id="15" creationId="{D9CF4356-3243-7990-DFB3-9B4F46D15204}"/>
          </ac:spMkLst>
        </pc:spChg>
        <pc:spChg chg="mod">
          <ac:chgData name="Strýček, Jakub" userId="0fd0477a-885b-4640-8df6-a47f260f7b47" providerId="ADAL" clId="{642162F9-3CBE-4328-B65F-6EA6B7ABAE33}" dt="2026-02-26T06:21:26.915" v="77" actId="1076"/>
          <ac:spMkLst>
            <pc:docMk/>
            <pc:sldMk cId="1864946591" sldId="371"/>
            <ac:spMk id="20" creationId="{A42E8121-3AA2-73AD-0D0B-A12DC20927DA}"/>
          </ac:spMkLst>
        </pc:spChg>
        <pc:picChg chg="mod">
          <ac:chgData name="Strýček, Jakub" userId="0fd0477a-885b-4640-8df6-a47f260f7b47" providerId="ADAL" clId="{642162F9-3CBE-4328-B65F-6EA6B7ABAE33}" dt="2026-02-26T06:22:28.827" v="84"/>
          <ac:picMkLst>
            <pc:docMk/>
            <pc:sldMk cId="1864946591" sldId="371"/>
            <ac:picMk id="5" creationId="{9B2A7DE5-9C4E-3427-7EE4-E9F8EA846FAD}"/>
          </ac:picMkLst>
        </pc:picChg>
      </pc:sldChg>
      <pc:sldChg chg="addSp delSp modSp mod modClrScheme chgLayout">
        <pc:chgData name="Strýček, Jakub" userId="0fd0477a-885b-4640-8df6-a47f260f7b47" providerId="ADAL" clId="{642162F9-3CBE-4328-B65F-6EA6B7ABAE33}" dt="2026-02-26T06:24:04.512" v="98" actId="207"/>
        <pc:sldMkLst>
          <pc:docMk/>
          <pc:sldMk cId="2470053223" sldId="385"/>
        </pc:sldMkLst>
        <pc:spChg chg="mod">
          <ac:chgData name="Strýček, Jakub" userId="0fd0477a-885b-4640-8df6-a47f260f7b47" providerId="ADAL" clId="{642162F9-3CBE-4328-B65F-6EA6B7ABAE33}" dt="2026-02-26T06:24:04.512" v="98" actId="207"/>
          <ac:spMkLst>
            <pc:docMk/>
            <pc:sldMk cId="2470053223" sldId="385"/>
            <ac:spMk id="2" creationId="{2CED3B66-FC25-7A83-870D-42FA2AA57197}"/>
          </ac:spMkLst>
        </pc:spChg>
        <pc:spChg chg="add del mod ord">
          <ac:chgData name="Strýček, Jakub" userId="0fd0477a-885b-4640-8df6-a47f260f7b47" providerId="ADAL" clId="{642162F9-3CBE-4328-B65F-6EA6B7ABAE33}" dt="2026-02-26T06:23:27.235" v="91" actId="478"/>
          <ac:spMkLst>
            <pc:docMk/>
            <pc:sldMk cId="2470053223" sldId="385"/>
            <ac:spMk id="3" creationId="{50D17F9E-418E-38E2-1C41-751C1F361C92}"/>
          </ac:spMkLst>
        </pc:spChg>
        <pc:spChg chg="mod">
          <ac:chgData name="Strýček, Jakub" userId="0fd0477a-885b-4640-8df6-a47f260f7b47" providerId="ADAL" clId="{642162F9-3CBE-4328-B65F-6EA6B7ABAE33}" dt="2026-02-26T06:24:04.512" v="98" actId="207"/>
          <ac:spMkLst>
            <pc:docMk/>
            <pc:sldMk cId="2470053223" sldId="385"/>
            <ac:spMk id="15" creationId="{B637C3B1-C7A9-231B-85E2-669129DDEE25}"/>
          </ac:spMkLst>
        </pc:spChg>
      </pc:sldChg>
      <pc:sldChg chg="addSp delSp modSp mod modClrScheme chgLayout">
        <pc:chgData name="Strýček, Jakub" userId="0fd0477a-885b-4640-8df6-a47f260f7b47" providerId="ADAL" clId="{642162F9-3CBE-4328-B65F-6EA6B7ABAE33}" dt="2026-02-26T06:23:59.711" v="97" actId="207"/>
        <pc:sldMkLst>
          <pc:docMk/>
          <pc:sldMk cId="2343309172" sldId="386"/>
        </pc:sldMkLst>
        <pc:spChg chg="mod">
          <ac:chgData name="Strýček, Jakub" userId="0fd0477a-885b-4640-8df6-a47f260f7b47" providerId="ADAL" clId="{642162F9-3CBE-4328-B65F-6EA6B7ABAE33}" dt="2026-02-26T06:23:59.711" v="97" actId="207"/>
          <ac:spMkLst>
            <pc:docMk/>
            <pc:sldMk cId="2343309172" sldId="386"/>
            <ac:spMk id="2" creationId="{2A9B5CD0-FDAF-C556-63B0-1A2718BB9B69}"/>
          </ac:spMkLst>
        </pc:spChg>
        <pc:spChg chg="add del mod ord">
          <ac:chgData name="Strýček, Jakub" userId="0fd0477a-885b-4640-8df6-a47f260f7b47" providerId="ADAL" clId="{642162F9-3CBE-4328-B65F-6EA6B7ABAE33}" dt="2026-02-26T06:23:32.007" v="92" actId="478"/>
          <ac:spMkLst>
            <pc:docMk/>
            <pc:sldMk cId="2343309172" sldId="386"/>
            <ac:spMk id="3" creationId="{D7CFF169-6ACA-C127-310F-F5B22AAEDA6B}"/>
          </ac:spMkLst>
        </pc:spChg>
        <pc:spChg chg="mod">
          <ac:chgData name="Strýček, Jakub" userId="0fd0477a-885b-4640-8df6-a47f260f7b47" providerId="ADAL" clId="{642162F9-3CBE-4328-B65F-6EA6B7ABAE33}" dt="2026-02-26T06:23:59.711" v="97" actId="207"/>
          <ac:spMkLst>
            <pc:docMk/>
            <pc:sldMk cId="2343309172" sldId="386"/>
            <ac:spMk id="15" creationId="{7BD23CC6-7541-A182-56A9-1F98FC656E3B}"/>
          </ac:spMkLst>
        </pc:spChg>
      </pc:sldChg>
      <pc:sldChg chg="addSp delSp modSp mod modClrScheme chgLayout">
        <pc:chgData name="Strýček, Jakub" userId="0fd0477a-885b-4640-8df6-a47f260f7b47" providerId="ADAL" clId="{642162F9-3CBE-4328-B65F-6EA6B7ABAE33}" dt="2026-02-26T06:23:53.112" v="96" actId="207"/>
        <pc:sldMkLst>
          <pc:docMk/>
          <pc:sldMk cId="2305068128" sldId="387"/>
        </pc:sldMkLst>
        <pc:spChg chg="mod">
          <ac:chgData name="Strýček, Jakub" userId="0fd0477a-885b-4640-8df6-a47f260f7b47" providerId="ADAL" clId="{642162F9-3CBE-4328-B65F-6EA6B7ABAE33}" dt="2026-02-26T06:23:53.112" v="96" actId="207"/>
          <ac:spMkLst>
            <pc:docMk/>
            <pc:sldMk cId="2305068128" sldId="387"/>
            <ac:spMk id="2" creationId="{996CA290-C9B4-7F2C-411F-E1D94833DF0F}"/>
          </ac:spMkLst>
        </pc:spChg>
        <pc:spChg chg="add del mod ord">
          <ac:chgData name="Strýček, Jakub" userId="0fd0477a-885b-4640-8df6-a47f260f7b47" providerId="ADAL" clId="{642162F9-3CBE-4328-B65F-6EA6B7ABAE33}" dt="2026-02-26T06:23:36.624" v="93" actId="478"/>
          <ac:spMkLst>
            <pc:docMk/>
            <pc:sldMk cId="2305068128" sldId="387"/>
            <ac:spMk id="5" creationId="{FA6342CD-A3EB-DDB6-4EB3-053ED0B2DB69}"/>
          </ac:spMkLst>
        </pc:spChg>
        <pc:spChg chg="mod">
          <ac:chgData name="Strýček, Jakub" userId="0fd0477a-885b-4640-8df6-a47f260f7b47" providerId="ADAL" clId="{642162F9-3CBE-4328-B65F-6EA6B7ABAE33}" dt="2026-02-26T06:23:53.112" v="96" actId="207"/>
          <ac:spMkLst>
            <pc:docMk/>
            <pc:sldMk cId="2305068128" sldId="387"/>
            <ac:spMk id="15" creationId="{610A851C-C17C-1758-0B2A-E06EBEF6B375}"/>
          </ac:spMkLst>
        </pc:spChg>
      </pc:sldChg>
      <pc:sldChg chg="addSp delSp modSp mod modClrScheme chgLayout">
        <pc:chgData name="Strýček, Jakub" userId="0fd0477a-885b-4640-8df6-a47f260f7b47" providerId="ADAL" clId="{642162F9-3CBE-4328-B65F-6EA6B7ABAE33}" dt="2026-02-26T06:23:47.399" v="95" actId="207"/>
        <pc:sldMkLst>
          <pc:docMk/>
          <pc:sldMk cId="1043121244" sldId="388"/>
        </pc:sldMkLst>
        <pc:spChg chg="mod">
          <ac:chgData name="Strýček, Jakub" userId="0fd0477a-885b-4640-8df6-a47f260f7b47" providerId="ADAL" clId="{642162F9-3CBE-4328-B65F-6EA6B7ABAE33}" dt="2026-02-26T06:23:47.399" v="95" actId="207"/>
          <ac:spMkLst>
            <pc:docMk/>
            <pc:sldMk cId="1043121244" sldId="388"/>
            <ac:spMk id="2" creationId="{9579A97F-2272-55A1-71D5-264391CC5F90}"/>
          </ac:spMkLst>
        </pc:spChg>
        <pc:spChg chg="add del mod ord">
          <ac:chgData name="Strýček, Jakub" userId="0fd0477a-885b-4640-8df6-a47f260f7b47" providerId="ADAL" clId="{642162F9-3CBE-4328-B65F-6EA6B7ABAE33}" dt="2026-02-26T06:23:41.779" v="94" actId="478"/>
          <ac:spMkLst>
            <pc:docMk/>
            <pc:sldMk cId="1043121244" sldId="388"/>
            <ac:spMk id="5" creationId="{519C31A0-A592-C1E0-6DFE-37DBA322679A}"/>
          </ac:spMkLst>
        </pc:spChg>
        <pc:spChg chg="mod">
          <ac:chgData name="Strýček, Jakub" userId="0fd0477a-885b-4640-8df6-a47f260f7b47" providerId="ADAL" clId="{642162F9-3CBE-4328-B65F-6EA6B7ABAE33}" dt="2026-02-26T06:23:47.399" v="95" actId="207"/>
          <ac:spMkLst>
            <pc:docMk/>
            <pc:sldMk cId="1043121244" sldId="388"/>
            <ac:spMk id="15" creationId="{64216A72-6331-87EE-C579-141D0A92632D}"/>
          </ac:spMkLst>
        </pc:spChg>
      </pc:sldChg>
      <pc:sldChg chg="add del setBg">
        <pc:chgData name="Strýček, Jakub" userId="0fd0477a-885b-4640-8df6-a47f260f7b47" providerId="ADAL" clId="{642162F9-3CBE-4328-B65F-6EA6B7ABAE33}" dt="2026-02-26T06:17:12.768" v="1"/>
        <pc:sldMkLst>
          <pc:docMk/>
          <pc:sldMk cId="2151482232" sldId="389"/>
        </pc:sldMkLst>
      </pc:sldChg>
      <pc:sldChg chg="add del">
        <pc:chgData name="Strýček, Jakub" userId="0fd0477a-885b-4640-8df6-a47f260f7b47" providerId="ADAL" clId="{642162F9-3CBE-4328-B65F-6EA6B7ABAE33}" dt="2026-02-26T06:19:03.889" v="63" actId="47"/>
        <pc:sldMkLst>
          <pc:docMk/>
          <pc:sldMk cId="3918476000" sldId="389"/>
        </pc:sldMkLst>
      </pc:sldChg>
      <pc:sldMasterChg chg="setBg modSldLayout">
        <pc:chgData name="Strýček, Jakub" userId="0fd0477a-885b-4640-8df6-a47f260f7b47" providerId="ADAL" clId="{642162F9-3CBE-4328-B65F-6EA6B7ABAE33}" dt="2026-02-26T06:20:59.920" v="75"/>
        <pc:sldMasterMkLst>
          <pc:docMk/>
          <pc:sldMasterMk cId="3954327594" sldId="2147483648"/>
        </pc:sldMasterMkLst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1176418328" sldId="2147483649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1942419283" sldId="2147483650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3606160381" sldId="2147483651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1511017069" sldId="2147483652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1653864460" sldId="2147483653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3941009622" sldId="2147483654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2123180525" sldId="2147483655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157529106" sldId="2147483656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4002991803" sldId="2147483657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4062053685" sldId="2147483658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2759093442" sldId="2147483659"/>
          </pc:sldLayoutMkLst>
        </pc:sldLayoutChg>
        <pc:sldLayoutChg chg="setBg">
          <pc:chgData name="Strýček, Jakub" userId="0fd0477a-885b-4640-8df6-a47f260f7b47" providerId="ADAL" clId="{642162F9-3CBE-4328-B65F-6EA6B7ABAE33}" dt="2026-02-26T06:20:59.920" v="75"/>
          <pc:sldLayoutMkLst>
            <pc:docMk/>
            <pc:sldMasterMk cId="3954327594" sldId="2147483648"/>
            <pc:sldLayoutMk cId="1867117679" sldId="2147483660"/>
          </pc:sldLayoutMkLst>
        </pc:sldLayoutChg>
      </pc:sldMasterChg>
    </pc:docChg>
  </pc:docChgLst>
</pc:chgInfo>
</file>

<file path=ppt/comments/modernComment_172_3A61699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677F71D-908B-4F6A-9E47-39CAE865181F}" authorId="{FE3CC46F-CFDF-578F-F25B-FAE3F5FFECFF}" created="2026-01-28T15:38:21.995">
    <pc:sldMkLst xmlns:pc="http://schemas.microsoft.com/office/powerpoint/2013/main/command">
      <pc:docMk/>
      <pc:sldMk cId="979462551" sldId="370"/>
    </pc:sldMkLst>
    <p188:txBody>
      <a:bodyPr/>
      <a:lstStyle/>
      <a:p>
        <a:r>
          <a:rPr lang="en-US"/>
          <a:t>Created by the RO team. WIP</a:t>
        </a:r>
      </a:p>
    </p188:txBody>
  </p188:cm>
</p188:cmLst>
</file>

<file path=ppt/comments/modernComment_173_6F28D3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C9ABDEF-7D1A-444B-80B3-6AA6ECA35D9E}" authorId="{FE3CC46F-CFDF-578F-F25B-FAE3F5FFECFF}" created="2026-01-28T15:39:34.527">
    <pc:sldMkLst xmlns:pc="http://schemas.microsoft.com/office/powerpoint/2013/main/command">
      <pc:docMk/>
      <pc:sldMk cId="1864946591" sldId="371"/>
    </pc:sldMkLst>
    <p188:txBody>
      <a:bodyPr/>
      <a:lstStyle/>
      <a:p>
        <a:r>
          <a:rPr lang="en-US"/>
          <a:t>Created by the RO team. WIP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hlavičk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3" name="Zástupný objekt pre dá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BFC333-1D43-4D0B-B1B0-140DB12223FC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4" name="Zástupný objekt pre obrázok snímky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k-SK"/>
          </a:p>
        </p:txBody>
      </p:sp>
      <p:sp>
        <p:nvSpPr>
          <p:cNvPr id="5" name="Zástupný objekt pre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6" name="Zástupný objekt pre pät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k-SK"/>
          </a:p>
        </p:txBody>
      </p:sp>
      <p:sp>
        <p:nvSpPr>
          <p:cNvPr id="7" name="Zástupný objekt pre číslo snímky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85D2BA-6E8F-4B94-886C-CE202E6A871E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110835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F9F13-68C6-CB9D-2BE0-09959847D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215FA8-AA81-99DF-882C-3ADFB9548B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DCFE87-34B1-BA54-1071-3D8282E15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01DA5-FEED-01AE-C260-1E0BE39180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9769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FE2E8-C10C-05FB-67BC-A00F1D5DE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E1979BD-DD1F-4E1B-A8D5-6D4FBEF51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1AB3BCE-97A1-F56E-76E4-A6C35E117D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EDFDA6-3209-BDF3-E886-EB6505C3F3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641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64DF1-68F3-AFA3-7C77-7CFB9B0EB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E9700E-D66C-63E4-10B9-7EB70BC38D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D8A395-8918-BC95-F5A9-A1AA87543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918616-AAFD-980A-5DBC-5CF73E721C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02267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3BDA3B-D323-3EDD-D91A-DE5DE4F3B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704B34-E935-756F-2D62-7E0D76B415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4E451F-43BE-8C03-ED24-F483497D10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FF58EC-8D58-C78F-8B65-74CE8BDE661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96670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65AE15-C7F0-853B-91AC-3640764F8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469EA-9141-6F18-0102-1C5F6035AA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663A410-DB95-AB78-CD61-5202D169FE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0EB984-58BD-A97D-B944-395F7F4497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74006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C116-9D56-CB02-2B36-8D8A22818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9553553-B079-F75F-02C4-9016EDB42D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FFCB0A-E96A-1EA2-1B40-12B1875465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29D8C0-A87E-138A-7D78-2A583902E9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633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195DED4-D698-254A-3448-8B9B105A6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F0ABD9A-3BCD-0BB2-080D-F10BC3249C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B3C2B32-1BE4-5F1B-938D-B8064D61F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D4EF33D-87C3-7F35-1AB4-DD6B125B5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293A2F48-0323-A86C-091E-1AF2156C9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176418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27FA860-7679-7618-CC1B-491BF4EAB4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41746A87-9F80-8961-12E7-E10288CFE2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27A419B3-F4F1-63D3-345F-01903B336F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A735E95E-1173-F9C3-BDF3-E12227F7C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1E5B1BEB-684E-18D8-09D6-EDD28556C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9424192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43F0CF0-F274-8B43-40ED-FBDEEE8CD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4327F87-9762-0942-B272-57C2C316FF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90C4F611-35E5-1EDE-94C6-FB7DB4583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FDADB461-2036-0A1D-61AD-98DE9BF3E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5DB74B17-388C-43FC-D63D-1DAD55A39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6061603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2BBC0E2-513D-7680-BCE2-1321003DA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5CFFA5F8-EBBC-77EB-9FB2-CF80ACB23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F4C1F9DC-F387-57D6-B479-A20FD75C9B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31C3FFAD-EF9E-54E7-4623-ED960CE64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E9D1794-9522-A3D0-52B9-AF0B7B12A2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C141D289-BD78-3ECA-C47E-03E6E9EF6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110170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197F581-88B7-A314-940F-C6A033D75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AEA4C21-E3DA-1B53-BD43-645D343460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Zástupný objekt pre obsah 3">
            <a:extLst>
              <a:ext uri="{FF2B5EF4-FFF2-40B4-BE49-F238E27FC236}">
                <a16:creationId xmlns:a16="http://schemas.microsoft.com/office/drawing/2014/main" id="{29BBA71F-CECC-F4A2-52F6-F4C9CB0617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676E9C83-6DC8-81E4-9EFC-E00800C424E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Zástupný objekt pre obsah 5">
            <a:extLst>
              <a:ext uri="{FF2B5EF4-FFF2-40B4-BE49-F238E27FC236}">
                <a16:creationId xmlns:a16="http://schemas.microsoft.com/office/drawing/2014/main" id="{411FA920-7684-635A-DF0A-A4C4356853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7" name="Zástupný objekt pre dátum 6">
            <a:extLst>
              <a:ext uri="{FF2B5EF4-FFF2-40B4-BE49-F238E27FC236}">
                <a16:creationId xmlns:a16="http://schemas.microsoft.com/office/drawing/2014/main" id="{8C778A2B-A291-6FCB-E0B9-C8226806C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8" name="Zástupný objekt pre pätu 7">
            <a:extLst>
              <a:ext uri="{FF2B5EF4-FFF2-40B4-BE49-F238E27FC236}">
                <a16:creationId xmlns:a16="http://schemas.microsoft.com/office/drawing/2014/main" id="{5B574F84-D943-C2BD-298C-7F7710DF8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Zástupný objekt pre číslo snímky 8">
            <a:extLst>
              <a:ext uri="{FF2B5EF4-FFF2-40B4-BE49-F238E27FC236}">
                <a16:creationId xmlns:a16="http://schemas.microsoft.com/office/drawing/2014/main" id="{1111C02A-B6BC-C9F0-1328-69FC4E316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53864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6A67232-0063-B0D7-6340-80F081C15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dátum 2">
            <a:extLst>
              <a:ext uri="{FF2B5EF4-FFF2-40B4-BE49-F238E27FC236}">
                <a16:creationId xmlns:a16="http://schemas.microsoft.com/office/drawing/2014/main" id="{70DA945E-FD45-0D13-3257-B956B36FE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4" name="Zástupný objekt pre pätu 3">
            <a:extLst>
              <a:ext uri="{FF2B5EF4-FFF2-40B4-BE49-F238E27FC236}">
                <a16:creationId xmlns:a16="http://schemas.microsoft.com/office/drawing/2014/main" id="{2F998DD9-956B-3C61-758B-AC2C0AA64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Zástupný objekt pre číslo snímky 4">
            <a:extLst>
              <a:ext uri="{FF2B5EF4-FFF2-40B4-BE49-F238E27FC236}">
                <a16:creationId xmlns:a16="http://schemas.microsoft.com/office/drawing/2014/main" id="{752FF648-9D19-C950-83F6-D12D80237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941009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dátum 1">
            <a:extLst>
              <a:ext uri="{FF2B5EF4-FFF2-40B4-BE49-F238E27FC236}">
                <a16:creationId xmlns:a16="http://schemas.microsoft.com/office/drawing/2014/main" id="{B5DFFA85-A3AC-DE5E-0B57-E9820BDBB2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3" name="Zástupný objekt pre pätu 2">
            <a:extLst>
              <a:ext uri="{FF2B5EF4-FFF2-40B4-BE49-F238E27FC236}">
                <a16:creationId xmlns:a16="http://schemas.microsoft.com/office/drawing/2014/main" id="{B186733E-4810-6E58-DC06-BC0D2D858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Zástupný objekt pre číslo snímky 3">
            <a:extLst>
              <a:ext uri="{FF2B5EF4-FFF2-40B4-BE49-F238E27FC236}">
                <a16:creationId xmlns:a16="http://schemas.microsoft.com/office/drawing/2014/main" id="{01C5513F-9858-7A19-C69A-AB2103719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123180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9F699C-FD72-8838-4163-ECFDB7C05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EF431B1-D9E5-8DD6-1801-075C5C976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FD5ED4E-06D6-C538-78AA-063A752C69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B3A80673-39F4-2FF4-3389-9C73518D3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B4782E6C-B2C4-4744-FD77-5CBF6759C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78469CC2-00FD-CE1F-6C2E-2093589591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7529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2646862-38A8-D528-C24D-8DF928062F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objekt pre obrázok 2">
            <a:extLst>
              <a:ext uri="{FF2B5EF4-FFF2-40B4-BE49-F238E27FC236}">
                <a16:creationId xmlns:a16="http://schemas.microsoft.com/office/drawing/2014/main" id="{A2B92490-7A79-BE02-857B-6987ED9E2A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k-SK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DF9B9338-F07B-93BF-E322-7C6E772098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Zástupný objekt pre dátum 4">
            <a:extLst>
              <a:ext uri="{FF2B5EF4-FFF2-40B4-BE49-F238E27FC236}">
                <a16:creationId xmlns:a16="http://schemas.microsoft.com/office/drawing/2014/main" id="{6924744F-FEDE-403F-C1AA-86295C2D8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6" name="Zástupný objekt pre pätu 5">
            <a:extLst>
              <a:ext uri="{FF2B5EF4-FFF2-40B4-BE49-F238E27FC236}">
                <a16:creationId xmlns:a16="http://schemas.microsoft.com/office/drawing/2014/main" id="{47160381-89F4-EACC-DD23-8B0C8BA45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Zástupný objekt pre číslo snímky 6">
            <a:extLst>
              <a:ext uri="{FF2B5EF4-FFF2-40B4-BE49-F238E27FC236}">
                <a16:creationId xmlns:a16="http://schemas.microsoft.com/office/drawing/2014/main" id="{DDE6FA1E-D62D-2F8A-8DDE-60DC16F0C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02991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429F620-0EB9-7D61-A362-67EC67844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1CB5E91A-3EA2-8678-7764-F273FD5FE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6E28BC47-C7B7-14A6-EDED-7D03381C6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D769C8CF-D0E1-6132-5351-0E09020A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BE7D2057-BDD8-8C4B-001B-CFF2355EF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6205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vislý nadpis 1">
            <a:extLst>
              <a:ext uri="{FF2B5EF4-FFF2-40B4-BE49-F238E27FC236}">
                <a16:creationId xmlns:a16="http://schemas.microsoft.com/office/drawing/2014/main" id="{CA9DF711-DF2C-0FDA-B0D3-BECDA51011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zvislý text 2">
            <a:extLst>
              <a:ext uri="{FF2B5EF4-FFF2-40B4-BE49-F238E27FC236}">
                <a16:creationId xmlns:a16="http://schemas.microsoft.com/office/drawing/2014/main" id="{179CF9B7-FBC2-67BB-A1EB-71C49837C6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E007AA91-4E9A-97C5-4688-E1F7BCDF5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68BCA86E-46DC-E16D-A350-D3D99C4E4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DEF84394-8D47-D484-E78D-AAA30A798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75909344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sk-SK" sz="150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sk-SK" sz="1500"/>
          </a:p>
        </p:txBody>
      </p:sp>
    </p:spTree>
    <p:extLst>
      <p:ext uri="{BB962C8B-B14F-4D97-AF65-F5344CB8AC3E}">
        <p14:creationId xmlns:p14="http://schemas.microsoft.com/office/powerpoint/2010/main" val="1867117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objekt pre nadpis 1">
            <a:extLst>
              <a:ext uri="{FF2B5EF4-FFF2-40B4-BE49-F238E27FC236}">
                <a16:creationId xmlns:a16="http://schemas.microsoft.com/office/drawing/2014/main" id="{08111253-B39B-B686-E234-4112EDEEC2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23236EA8-A74C-1D59-F6E3-09EE716B5E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</a:p>
        </p:txBody>
      </p:sp>
      <p:sp>
        <p:nvSpPr>
          <p:cNvPr id="4" name="Zástupný objekt pre dátum 3">
            <a:extLst>
              <a:ext uri="{FF2B5EF4-FFF2-40B4-BE49-F238E27FC236}">
                <a16:creationId xmlns:a16="http://schemas.microsoft.com/office/drawing/2014/main" id="{A6298F6C-29A4-0BDD-EFB7-CE2F769534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DCC4B-AB88-40E8-BF05-AA90465D5535}" type="datetimeFigureOut">
              <a:rPr lang="sk-SK" smtClean="0"/>
              <a:t>26. 2. 2026</a:t>
            </a:fld>
            <a:endParaRPr lang="sk-SK"/>
          </a:p>
        </p:txBody>
      </p:sp>
      <p:sp>
        <p:nvSpPr>
          <p:cNvPr id="5" name="Zástupný objekt pre pätu 4">
            <a:extLst>
              <a:ext uri="{FF2B5EF4-FFF2-40B4-BE49-F238E27FC236}">
                <a16:creationId xmlns:a16="http://schemas.microsoft.com/office/drawing/2014/main" id="{708FD4C9-AA66-6B39-4DAF-66A5C8C842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Zástupný objekt pre číslo snímky 5">
            <a:extLst>
              <a:ext uri="{FF2B5EF4-FFF2-40B4-BE49-F238E27FC236}">
                <a16:creationId xmlns:a16="http://schemas.microsoft.com/office/drawing/2014/main" id="{ED379291-4933-D640-6067-B090797A8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309199-2C88-4F37-8290-6F0877CE94E5}" type="slidenum">
              <a:rPr lang="sk-SK" smtClean="0"/>
              <a:t>‹#›</a:t>
            </a:fld>
            <a:endParaRPr lang="sk-SK"/>
          </a:p>
        </p:txBody>
      </p:sp>
      <p:sp>
        <p:nvSpPr>
          <p:cNvPr id="8" name="BlokTextu 7">
            <a:extLst>
              <a:ext uri="{FF2B5EF4-FFF2-40B4-BE49-F238E27FC236}">
                <a16:creationId xmlns:a16="http://schemas.microsoft.com/office/drawing/2014/main" id="{7ADA609B-1997-E1E6-3793-43A5CEBF19DB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893562" y="6642100"/>
            <a:ext cx="433388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sk-SK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39543275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k-S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2.png"/><Relationship Id="rId4" Type="http://schemas.microsoft.com/office/2018/10/relationships/comments" Target="../comments/modernComment_173_6F28D39F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microsoft.com/office/2018/10/relationships/comments" Target="../comments/modernComment_172_3A61699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lokTextu 1">
            <a:extLst>
              <a:ext uri="{FF2B5EF4-FFF2-40B4-BE49-F238E27FC236}">
                <a16:creationId xmlns:a16="http://schemas.microsoft.com/office/drawing/2014/main" id="{9523D7AD-2A4F-75D9-43B1-6DB7377A5531}"/>
              </a:ext>
            </a:extLst>
          </p:cNvPr>
          <p:cNvSpPr txBox="1"/>
          <p:nvPr/>
        </p:nvSpPr>
        <p:spPr>
          <a:xfrm>
            <a:off x="707229" y="2191291"/>
            <a:ext cx="2363147" cy="19082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cs-CZ" sz="8800" dirty="0">
                <a:solidFill>
                  <a:schemeClr val="bg1"/>
                </a:solidFill>
                <a:latin typeface="Gotham Bold" pitchFamily="50" charset="0"/>
              </a:rPr>
              <a:t>CRM</a:t>
            </a:r>
          </a:p>
          <a:p>
            <a:r>
              <a:rPr lang="cs-CZ" sz="3000" dirty="0">
                <a:solidFill>
                  <a:schemeClr val="bg1"/>
                </a:solidFill>
                <a:latin typeface="Gotham Bold" pitchFamily="50" charset="0"/>
              </a:rPr>
              <a:t>Template (</a:t>
            </a:r>
            <a:r>
              <a:rPr lang="en-GB" sz="3000" dirty="0">
                <a:solidFill>
                  <a:schemeClr val="bg1"/>
                </a:solidFill>
                <a:latin typeface="Gotham Bold" pitchFamily="50" charset="0"/>
              </a:rPr>
              <a:t>v1</a:t>
            </a:r>
            <a:r>
              <a:rPr lang="cs-CZ" sz="3000" dirty="0">
                <a:solidFill>
                  <a:schemeClr val="bg1"/>
                </a:solidFill>
                <a:latin typeface="Gotham Bold" pitchFamily="50" charset="0"/>
              </a:rPr>
              <a:t>)</a:t>
            </a:r>
            <a:endParaRPr lang="sk-SK" sz="3000" dirty="0">
              <a:solidFill>
                <a:schemeClr val="bg1"/>
              </a:solidFill>
              <a:latin typeface="Gotham Bold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1538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8BF6-0FEE-354A-09D0-5D60710B5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616DAA7-8456-820E-EC81-F6539A174762}"/>
              </a:ext>
            </a:extLst>
          </p:cNvPr>
          <p:cNvSpPr/>
          <p:nvPr/>
        </p:nvSpPr>
        <p:spPr>
          <a:xfrm>
            <a:off x="383033" y="308512"/>
            <a:ext cx="6150074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chemeClr val="bg1"/>
                </a:solidFill>
                <a:latin typeface="Raleway"/>
              </a:rPr>
              <a:t>CRM &amp; lifecycle communication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D9CF4356-3243-7990-DFB3-9B4F46D15204}"/>
              </a:ext>
            </a:extLst>
          </p:cNvPr>
          <p:cNvSpPr txBox="1"/>
          <p:nvPr/>
        </p:nvSpPr>
        <p:spPr>
          <a:xfrm>
            <a:off x="383032" y="785541"/>
            <a:ext cx="10547195" cy="275781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r>
              <a:rPr lang="en-US" sz="1292">
                <a:solidFill>
                  <a:schemeClr val="bg1"/>
                </a:solidFill>
                <a:latin typeface="Roboto"/>
                <a:ea typeface="Roboto"/>
                <a:cs typeface="Roboto"/>
              </a:rPr>
              <a:t>Templates &amp; communication principles</a:t>
            </a:r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A42E8121-3AA2-73AD-0D0B-A12DC20927DA}"/>
              </a:ext>
            </a:extLst>
          </p:cNvPr>
          <p:cNvSpPr/>
          <p:nvPr/>
        </p:nvSpPr>
        <p:spPr>
          <a:xfrm>
            <a:off x="6932907" y="1992944"/>
            <a:ext cx="4569381" cy="4298178"/>
          </a:xfrm>
          <a:prstGeom prst="roundRect">
            <a:avLst>
              <a:gd name="adj" fmla="val 2594"/>
            </a:avLst>
          </a:prstGeom>
          <a:solidFill>
            <a:srgbClr val="CDC5DD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GB" sz="15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65715874-243A-C97B-79AF-472C21771111}"/>
              </a:ext>
            </a:extLst>
          </p:cNvPr>
          <p:cNvSpPr/>
          <p:nvPr/>
        </p:nvSpPr>
        <p:spPr>
          <a:xfrm>
            <a:off x="7188375" y="2277584"/>
            <a:ext cx="263098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67">
                <a:solidFill>
                  <a:srgbClr val="3C3939"/>
                </a:solidFill>
                <a:latin typeface="Raleway"/>
              </a:rPr>
              <a:t>Communication principles</a:t>
            </a:r>
            <a:endParaRPr lang="en-US" sz="1500"/>
          </a:p>
          <a:p>
            <a:pPr>
              <a:lnSpc>
                <a:spcPts val="2000"/>
              </a:lnSpc>
            </a:pPr>
            <a:endParaRPr lang="en-US" sz="1625">
              <a:solidFill>
                <a:srgbClr val="3C3939"/>
              </a:solidFill>
              <a:latin typeface="Raleway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BAA643CA-2D60-A7D8-F53D-EEC9E1F081FF}"/>
              </a:ext>
            </a:extLst>
          </p:cNvPr>
          <p:cNvSpPr/>
          <p:nvPr/>
        </p:nvSpPr>
        <p:spPr>
          <a:xfrm>
            <a:off x="7185816" y="2670812"/>
            <a:ext cx="4026214" cy="349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1292">
                <a:solidFill>
                  <a:srgbClr val="3C3939"/>
                </a:solidFill>
                <a:latin typeface="Roboto"/>
                <a:ea typeface="Roboto"/>
                <a:cs typeface="Roboto"/>
              </a:rPr>
              <a:t>The newsletter layout should only use the horizon primary gradient palette.</a:t>
            </a:r>
            <a:endParaRPr lang="en-US" sz="1500"/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US" sz="1292">
                <a:solidFill>
                  <a:srgbClr val="3C3939"/>
                </a:solidFill>
                <a:latin typeface="Roboto"/>
                <a:ea typeface="Roboto"/>
                <a:cs typeface="Roboto"/>
              </a:rPr>
              <a:t>The branding must be present in all CRM communication, and the logo should be included in all newsletters.</a:t>
            </a:r>
            <a:endParaRPr lang="en-US" sz="1500"/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US" sz="1292">
                <a:solidFill>
                  <a:srgbClr val="3C3939"/>
                </a:solidFill>
                <a:latin typeface="Roboto"/>
                <a:ea typeface="Roboto"/>
                <a:cs typeface="Roboto"/>
              </a:rPr>
              <a:t>The tone of voice should be consistent and personalized to each user.</a:t>
            </a:r>
            <a:endParaRPr lang="en-US" sz="1500"/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r>
              <a:rPr lang="en-US" sz="1292">
                <a:solidFill>
                  <a:srgbClr val="3C3939"/>
                </a:solidFill>
                <a:latin typeface="Roboto"/>
                <a:ea typeface="Roboto"/>
                <a:cs typeface="Roboto"/>
              </a:rPr>
              <a:t>The Newsletters should always include a visual illustration of the content.</a:t>
            </a: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2A7DE5-9C4E-3427-7EE4-E9F8EA846FA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6182" y="1410547"/>
            <a:ext cx="5087662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9465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5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CD470F0-1395-E89D-C970-D19446ADF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5300F17-314D-538C-807A-303EE16E32BE}"/>
              </a:ext>
            </a:extLst>
          </p:cNvPr>
          <p:cNvSpPr/>
          <p:nvPr/>
        </p:nvSpPr>
        <p:spPr>
          <a:xfrm>
            <a:off x="670900" y="687910"/>
            <a:ext cx="6150074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>
                <a:solidFill>
                  <a:schemeClr val="bg1"/>
                </a:solidFill>
                <a:latin typeface="Raleway"/>
              </a:rPr>
              <a:t>CRM &amp; lifecycle communication</a:t>
            </a:r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EB6F5BBB-1D2A-3263-D70C-0DB7AE5EAACF}"/>
              </a:ext>
            </a:extLst>
          </p:cNvPr>
          <p:cNvSpPr txBox="1"/>
          <p:nvPr/>
        </p:nvSpPr>
        <p:spPr>
          <a:xfrm>
            <a:off x="670899" y="1164939"/>
            <a:ext cx="10547195" cy="28206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r>
              <a:rPr lang="en-US" sz="1333" dirty="0">
                <a:solidFill>
                  <a:schemeClr val="bg1"/>
                </a:solidFill>
                <a:latin typeface="Roboto"/>
                <a:ea typeface="Roboto"/>
                <a:cs typeface="Roboto"/>
              </a:rPr>
              <a:t>Templates &amp; communication principles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7D45D832-C1A7-2FA3-4463-EE9427C5A891}"/>
              </a:ext>
            </a:extLst>
          </p:cNvPr>
          <p:cNvSpPr/>
          <p:nvPr/>
        </p:nvSpPr>
        <p:spPr>
          <a:xfrm>
            <a:off x="4240507" y="1992944"/>
            <a:ext cx="7261781" cy="4298178"/>
          </a:xfrm>
          <a:prstGeom prst="roundRect">
            <a:avLst>
              <a:gd name="adj" fmla="val 2594"/>
            </a:avLst>
          </a:prstGeom>
          <a:solidFill>
            <a:srgbClr val="CDC5DD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 lIns="76200" tIns="38100" rIns="76200" bIns="38100" anchor="t"/>
          <a:lstStyle/>
          <a:p>
            <a:endParaRPr lang="en-GB" sz="15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BC442285-3BD6-BE5F-BC24-5E2AD07F1C5C}"/>
              </a:ext>
            </a:extLst>
          </p:cNvPr>
          <p:cNvSpPr/>
          <p:nvPr/>
        </p:nvSpPr>
        <p:spPr>
          <a:xfrm>
            <a:off x="4404535" y="2267424"/>
            <a:ext cx="6400343" cy="22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67">
                <a:solidFill>
                  <a:srgbClr val="3C3939"/>
                </a:solidFill>
                <a:latin typeface="Raleway"/>
              </a:rPr>
              <a:t>Welcome email template</a:t>
            </a:r>
            <a:endParaRPr lang="en-US" sz="1500"/>
          </a:p>
          <a:p>
            <a:endParaRPr lang="en-US" sz="1667">
              <a:solidFill>
                <a:srgbClr val="3C3939"/>
              </a:solidFill>
              <a:latin typeface="Raleway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04DE1672-E679-9D01-D0F1-0208CD16C030}"/>
              </a:ext>
            </a:extLst>
          </p:cNvPr>
          <p:cNvSpPr/>
          <p:nvPr/>
        </p:nvSpPr>
        <p:spPr>
          <a:xfrm>
            <a:off x="4423746" y="2670812"/>
            <a:ext cx="6971163" cy="349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Congratulations</a:t>
            </a:r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, [user]! 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Every great series starts with a first episode and yours has just begun on VOYO.</a:t>
            </a:r>
            <a:endParaRPr lang="en-US" sz="1500"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You've stepped into a universe full of stories: from your favorite shows to documentaries, movies and series, live sports broadcasts, and original content. All in one place, with no interruptions.</a:t>
            </a:r>
            <a:endParaRPr lang="en-US" sz="1500"/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Whether you're at the office, on the subway, or relaxing on the couch, take VOYO with you. You’re in full control: watch what you want, when you want, on any device you choose.</a:t>
            </a:r>
            <a:endParaRPr lang="en-US" sz="1500">
              <a:ea typeface="+mn-lt"/>
              <a:cs typeface="+mn-lt"/>
            </a:endParaRPr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Here’s everything you need to make the most of VOYO:</a:t>
            </a:r>
            <a:endParaRPr lang="en-US" sz="1500"/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👤 Create your profile</a:t>
            </a:r>
            <a:endParaRPr lang="en-US" sz="1500"/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⭐ Add your favorite content to “Favorites”</a:t>
            </a:r>
            <a:endParaRPr lang="en-US" sz="1500"/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❓ Frequently Asked Questions</a:t>
            </a:r>
            <a:endParaRPr lang="en-US" sz="1500"/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💬 Need help? You can find us here</a:t>
            </a:r>
            <a:endParaRPr lang="en-US" sz="1500"/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📢 Stay up to date @voyo.ro</a:t>
            </a:r>
            <a:endParaRPr lang="en-US" sz="1500"/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pPr algn="ctr"/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[Explore VOYO now] </a:t>
            </a:r>
            <a:endParaRPr lang="en-US" sz="1500">
              <a:ea typeface="Calibri"/>
              <a:cs typeface="Calibri"/>
            </a:endParaRPr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Your friends at VOYO</a:t>
            </a:r>
            <a:endParaRPr lang="en-US" sz="15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A9FD119-769C-6C24-5959-E32264DD700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45361"/>
          <a:stretch>
            <a:fillRect/>
          </a:stretch>
        </p:blipFill>
        <p:spPr>
          <a:xfrm>
            <a:off x="763249" y="1656080"/>
            <a:ext cx="2779848" cy="497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4625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6950BFC3-D8DA-4A85-94F7-54DA5524770B}">
      <p188:commentRel xmlns:p188="http://schemas.microsoft.com/office/powerpoint/2018/8/main" r:id="rId4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EB9755-C8AF-21B3-A0DA-6CF9AAB7F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CED3B66-FC25-7A83-870D-42FA2AA57197}"/>
              </a:ext>
            </a:extLst>
          </p:cNvPr>
          <p:cNvSpPr/>
          <p:nvPr/>
        </p:nvSpPr>
        <p:spPr>
          <a:xfrm>
            <a:off x="670900" y="687910"/>
            <a:ext cx="6150074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chemeClr val="bg1"/>
                </a:solidFill>
                <a:latin typeface="Raleway"/>
              </a:rPr>
              <a:t>CRM &amp; lifecycle communication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B637C3B1-C7A9-231B-85E2-669129DDEE25}"/>
              </a:ext>
            </a:extLst>
          </p:cNvPr>
          <p:cNvSpPr txBox="1"/>
          <p:nvPr/>
        </p:nvSpPr>
        <p:spPr>
          <a:xfrm>
            <a:off x="670899" y="1164939"/>
            <a:ext cx="10547195" cy="28206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r>
              <a:rPr lang="en-US" sz="1333">
                <a:solidFill>
                  <a:schemeClr val="bg1"/>
                </a:solidFill>
                <a:latin typeface="Roboto"/>
                <a:ea typeface="Roboto"/>
                <a:cs typeface="Roboto"/>
              </a:rPr>
              <a:t>Templates &amp; communication principles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20913EC9-03F2-C1C8-F62C-52C3650AD4C6}"/>
              </a:ext>
            </a:extLst>
          </p:cNvPr>
          <p:cNvSpPr/>
          <p:nvPr/>
        </p:nvSpPr>
        <p:spPr>
          <a:xfrm>
            <a:off x="4240507" y="1992944"/>
            <a:ext cx="7261781" cy="4298178"/>
          </a:xfrm>
          <a:prstGeom prst="roundRect">
            <a:avLst>
              <a:gd name="adj" fmla="val 2594"/>
            </a:avLst>
          </a:prstGeom>
          <a:solidFill>
            <a:srgbClr val="CDC5DD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 lIns="76200" tIns="38100" rIns="76200" bIns="38100" anchor="t"/>
          <a:lstStyle/>
          <a:p>
            <a:endParaRPr lang="en-GB" sz="15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E33FBFBF-FD4C-8E43-A960-623353527C3A}"/>
              </a:ext>
            </a:extLst>
          </p:cNvPr>
          <p:cNvSpPr/>
          <p:nvPr/>
        </p:nvSpPr>
        <p:spPr>
          <a:xfrm>
            <a:off x="4404535" y="2267424"/>
            <a:ext cx="6400343" cy="22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67">
                <a:solidFill>
                  <a:srgbClr val="3C3939"/>
                </a:solidFill>
                <a:latin typeface="Raleway"/>
              </a:rPr>
              <a:t>Finish registration email template</a:t>
            </a:r>
            <a:endParaRPr lang="en-US" sz="1500"/>
          </a:p>
          <a:p>
            <a:endParaRPr lang="en-US" sz="1667">
              <a:solidFill>
                <a:srgbClr val="3C3939"/>
              </a:solidFill>
              <a:latin typeface="Raleway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9D959EE1-4C69-C44A-72D1-AD10E3435B93}"/>
              </a:ext>
            </a:extLst>
          </p:cNvPr>
          <p:cNvSpPr/>
          <p:nvPr/>
        </p:nvSpPr>
        <p:spPr>
          <a:xfrm>
            <a:off x="4423746" y="2670812"/>
            <a:ext cx="6971163" cy="349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Your VOYO adventure is about to begin 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Hello</a:t>
            </a:r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, [user]! </a:t>
            </a:r>
            <a:endParaRPr lang="en-US" sz="150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VOYO means premium, diverse content for the whole family and for every taste. </a:t>
            </a: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Wherever you are, whenever you want, with no interruptions!</a:t>
            </a:r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📱 You can use 2 devices at the same time on the same account</a:t>
            </a:r>
            <a:br>
              <a:rPr lang="en-US" sz="1292">
                <a:solidFill>
                  <a:srgbClr val="3C3939"/>
                </a:solidFill>
                <a:ea typeface="+mn-lt"/>
                <a:cs typeface="+mn-lt"/>
              </a:rPr>
            </a:br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👥 You get up to 5 personalized profiles</a:t>
            </a: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🌍 Watch anywhere in the EU (if you paid with a Romanian bank card)</a:t>
            </a: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🕐 Flexible, hassle-free. You can cancel anytime.</a:t>
            </a: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🙌 Creating your account is super easy, in just 3 simple steps.</a:t>
            </a:r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All that’s left to do is click the button and complete the final step. Activate your subscription</a:t>
            </a:r>
          </a:p>
          <a:p>
            <a:pPr algn="ctr"/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[FINISH PAYMENT] </a:t>
            </a:r>
            <a:endParaRPr lang="en-US" sz="1500">
              <a:ea typeface="Calibri"/>
              <a:cs typeface="Calibri"/>
            </a:endParaRPr>
          </a:p>
          <a:p>
            <a:endParaRPr lang="en-US" sz="1292">
              <a:solidFill>
                <a:srgbClr val="3C3939"/>
              </a:solidFill>
              <a:ea typeface="+mn-lt"/>
              <a:cs typeface="+mn-lt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Your friends at VOYO</a:t>
            </a:r>
            <a:endParaRPr lang="en-US" sz="15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0DDD562-A850-FA84-324C-B66684212A55}"/>
              </a:ext>
            </a:extLst>
          </p:cNvPr>
          <p:cNvGrpSpPr/>
          <p:nvPr/>
        </p:nvGrpSpPr>
        <p:grpSpPr>
          <a:xfrm>
            <a:off x="722708" y="1635086"/>
            <a:ext cx="2399876" cy="5013895"/>
            <a:chOff x="867249" y="1962103"/>
            <a:chExt cx="2879851" cy="6016674"/>
          </a:xfrm>
        </p:grpSpPr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F80FFDB9-0EC7-FAC5-035F-9E113696D7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7249" y="1962103"/>
              <a:ext cx="2879851" cy="60166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2D6457F-1DC6-7B6C-4A32-5B444096A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0860" b="33963"/>
            <a:stretch>
              <a:fillRect/>
            </a:stretch>
          </p:blipFill>
          <p:spPr>
            <a:xfrm>
              <a:off x="867250" y="1972613"/>
              <a:ext cx="818724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0053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CCD4B-C764-FDEC-09F5-06BEE31DD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A9B5CD0-FDAF-C556-63B0-1A2718BB9B69}"/>
              </a:ext>
            </a:extLst>
          </p:cNvPr>
          <p:cNvSpPr/>
          <p:nvPr/>
        </p:nvSpPr>
        <p:spPr>
          <a:xfrm>
            <a:off x="670900" y="687910"/>
            <a:ext cx="6150074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>
                <a:solidFill>
                  <a:schemeClr val="bg1"/>
                </a:solidFill>
                <a:latin typeface="Raleway"/>
              </a:rPr>
              <a:t>CRM &amp; lifecycle communication</a:t>
            </a:r>
            <a:endParaRPr lang="en-US" sz="1500">
              <a:solidFill>
                <a:schemeClr val="bg1"/>
              </a:solidFill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7BD23CC6-7541-A182-56A9-1F98FC656E3B}"/>
              </a:ext>
            </a:extLst>
          </p:cNvPr>
          <p:cNvSpPr txBox="1"/>
          <p:nvPr/>
        </p:nvSpPr>
        <p:spPr>
          <a:xfrm>
            <a:off x="670899" y="1164939"/>
            <a:ext cx="10547195" cy="28206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r>
              <a:rPr lang="en-US" sz="1333">
                <a:solidFill>
                  <a:schemeClr val="bg1"/>
                </a:solidFill>
                <a:latin typeface="Roboto"/>
                <a:ea typeface="Roboto"/>
                <a:cs typeface="Roboto"/>
              </a:rPr>
              <a:t>Templates &amp; communication principles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16D6D0B1-B6A6-2021-7DE8-4C205CF3E238}"/>
              </a:ext>
            </a:extLst>
          </p:cNvPr>
          <p:cNvSpPr/>
          <p:nvPr/>
        </p:nvSpPr>
        <p:spPr>
          <a:xfrm>
            <a:off x="4240507" y="1992944"/>
            <a:ext cx="7261781" cy="4298178"/>
          </a:xfrm>
          <a:prstGeom prst="roundRect">
            <a:avLst>
              <a:gd name="adj" fmla="val 2594"/>
            </a:avLst>
          </a:prstGeom>
          <a:solidFill>
            <a:srgbClr val="CDC5DD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 lIns="76200" tIns="38100" rIns="76200" bIns="38100" anchor="t"/>
          <a:lstStyle/>
          <a:p>
            <a:endParaRPr lang="en-GB" sz="15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2BB0CDEA-AB11-2257-113D-64F635787286}"/>
              </a:ext>
            </a:extLst>
          </p:cNvPr>
          <p:cNvSpPr/>
          <p:nvPr/>
        </p:nvSpPr>
        <p:spPr>
          <a:xfrm>
            <a:off x="4404535" y="2267424"/>
            <a:ext cx="6400343" cy="22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67">
                <a:solidFill>
                  <a:srgbClr val="3C3939"/>
                </a:solidFill>
                <a:latin typeface="Raleway"/>
              </a:rPr>
              <a:t>Churn suspect email template</a:t>
            </a:r>
            <a:endParaRPr lang="en-US" sz="1500"/>
          </a:p>
          <a:p>
            <a:endParaRPr lang="en-US" sz="1667">
              <a:solidFill>
                <a:srgbClr val="3C3939"/>
              </a:solidFill>
              <a:latin typeface="Raleway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8F5337F5-8866-D746-6240-651A5883D98B}"/>
              </a:ext>
            </a:extLst>
          </p:cNvPr>
          <p:cNvSpPr/>
          <p:nvPr/>
        </p:nvSpPr>
        <p:spPr>
          <a:xfrm>
            <a:off x="4423746" y="2670812"/>
            <a:ext cx="6971163" cy="349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Hi, [user]! 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Did you watch [title] and love it? We don’t blame you — it’s excellent!</a:t>
            </a: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That’s exactly why you should also check out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[recommendations]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We’ve got the perfect mix of what we know you like and what you haven’t discovered yet. Everything you love, with a whole new story.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And don’t forget, it’s all flexible and hassle-free.</a:t>
            </a: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📱 You can use 2 devices at the same time on the same account</a:t>
            </a: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👥 You get up to 5 </a:t>
            </a:r>
            <a:r>
              <a:rPr lang="en-US" sz="1292" err="1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personalised</a:t>
            </a:r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 profiles</a:t>
            </a: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🌍 Watch anywhere in the EU (if you paid with a Romanian bank card)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Your friends at VOYO</a:t>
            </a:r>
            <a:endParaRPr lang="en-US" sz="15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AFECFA2-3BBA-4697-0A21-E8794BD386FF}"/>
              </a:ext>
            </a:extLst>
          </p:cNvPr>
          <p:cNvGrpSpPr/>
          <p:nvPr/>
        </p:nvGrpSpPr>
        <p:grpSpPr>
          <a:xfrm>
            <a:off x="689713" y="1681671"/>
            <a:ext cx="2259676" cy="5035477"/>
            <a:chOff x="827655" y="2018005"/>
            <a:chExt cx="2711611" cy="6042572"/>
          </a:xfrm>
        </p:grpSpPr>
        <p:pic>
          <p:nvPicPr>
            <p:cNvPr id="2050" name="Picture 2">
              <a:extLst>
                <a:ext uri="{FF2B5EF4-FFF2-40B4-BE49-F238E27FC236}">
                  <a16:creationId xmlns:a16="http://schemas.microsoft.com/office/drawing/2014/main" id="{F9699425-A3D9-9730-2F3A-D058D2F1650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7579"/>
            <a:stretch>
              <a:fillRect/>
            </a:stretch>
          </p:blipFill>
          <p:spPr bwMode="auto">
            <a:xfrm>
              <a:off x="827655" y="2018005"/>
              <a:ext cx="2711611" cy="60425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4557F80-6C86-B922-89B3-385567A93F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0860" b="33963"/>
            <a:stretch>
              <a:fillRect/>
            </a:stretch>
          </p:blipFill>
          <p:spPr>
            <a:xfrm>
              <a:off x="827655" y="2018005"/>
              <a:ext cx="818724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43309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C7B15-8261-B5DD-9A63-D1A3AE9B00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6CA290-C9B4-7F2C-411F-E1D94833DF0F}"/>
              </a:ext>
            </a:extLst>
          </p:cNvPr>
          <p:cNvSpPr/>
          <p:nvPr/>
        </p:nvSpPr>
        <p:spPr>
          <a:xfrm>
            <a:off x="670900" y="687910"/>
            <a:ext cx="6150074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chemeClr val="bg1"/>
                </a:solidFill>
                <a:latin typeface="Raleway"/>
              </a:rPr>
              <a:t>CRM &amp; lifecycle communication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610A851C-C17C-1758-0B2A-E06EBEF6B375}"/>
              </a:ext>
            </a:extLst>
          </p:cNvPr>
          <p:cNvSpPr txBox="1"/>
          <p:nvPr/>
        </p:nvSpPr>
        <p:spPr>
          <a:xfrm>
            <a:off x="670899" y="1164939"/>
            <a:ext cx="10547195" cy="28206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r>
              <a:rPr lang="en-US" sz="1333">
                <a:solidFill>
                  <a:schemeClr val="bg1"/>
                </a:solidFill>
                <a:latin typeface="Roboto"/>
                <a:ea typeface="Roboto"/>
                <a:cs typeface="Roboto"/>
              </a:rPr>
              <a:t>Templates &amp; communication principles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AEE93FEE-A2C9-54BA-79B3-6905CD8FE7BF}"/>
              </a:ext>
            </a:extLst>
          </p:cNvPr>
          <p:cNvSpPr/>
          <p:nvPr/>
        </p:nvSpPr>
        <p:spPr>
          <a:xfrm>
            <a:off x="4276183" y="2001703"/>
            <a:ext cx="7261781" cy="4298178"/>
          </a:xfrm>
          <a:prstGeom prst="roundRect">
            <a:avLst>
              <a:gd name="adj" fmla="val 2594"/>
            </a:avLst>
          </a:prstGeom>
          <a:solidFill>
            <a:srgbClr val="CDC5DD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 lIns="76200" tIns="38100" rIns="76200" bIns="38100" anchor="t"/>
          <a:lstStyle/>
          <a:p>
            <a:endParaRPr lang="en-GB" sz="15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89F03472-00F5-02C2-5BCD-12CBD1D354C8}"/>
              </a:ext>
            </a:extLst>
          </p:cNvPr>
          <p:cNvSpPr/>
          <p:nvPr/>
        </p:nvSpPr>
        <p:spPr>
          <a:xfrm>
            <a:off x="4404535" y="2267424"/>
            <a:ext cx="6400343" cy="22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67">
                <a:solidFill>
                  <a:srgbClr val="3C3939"/>
                </a:solidFill>
                <a:latin typeface="Raleway"/>
              </a:rPr>
              <a:t>Binge watch (weekend) email template</a:t>
            </a:r>
            <a:endParaRPr lang="en-US" sz="1500"/>
          </a:p>
          <a:p>
            <a:endParaRPr lang="en-US" sz="1667">
              <a:solidFill>
                <a:srgbClr val="3C3939"/>
              </a:solidFill>
              <a:latin typeface="Raleway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34E1C5C-BAD0-7712-C116-B219022B72CE}"/>
              </a:ext>
            </a:extLst>
          </p:cNvPr>
          <p:cNvSpPr/>
          <p:nvPr/>
        </p:nvSpPr>
        <p:spPr>
          <a:xfrm>
            <a:off x="4423746" y="2670812"/>
            <a:ext cx="6971163" cy="349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Hi, [user]! 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Are you looking for stories that go great with popcorn and a super comfy blanket? We got you!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That’s why we curated especially for you: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[personalized recommendations]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Have a memorable weekend with VOYO!</a:t>
            </a:r>
            <a:endParaRPr lang="en-US" sz="15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F77B82D-B607-AF32-D851-549C303A46EC}"/>
              </a:ext>
            </a:extLst>
          </p:cNvPr>
          <p:cNvGrpSpPr/>
          <p:nvPr/>
        </p:nvGrpSpPr>
        <p:grpSpPr>
          <a:xfrm>
            <a:off x="689713" y="1677954"/>
            <a:ext cx="2344993" cy="4978598"/>
            <a:chOff x="827655" y="2013544"/>
            <a:chExt cx="2813991" cy="5974318"/>
          </a:xfrm>
        </p:grpSpPr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8910EDC4-9DEF-A252-B849-F573619C26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656" y="2013544"/>
              <a:ext cx="2813990" cy="59743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BD9B29B-4AEA-BFF1-34F8-ADA496C9DDB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0860" b="33963"/>
            <a:stretch>
              <a:fillRect/>
            </a:stretch>
          </p:blipFill>
          <p:spPr>
            <a:xfrm>
              <a:off x="827655" y="2018005"/>
              <a:ext cx="818724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050681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A32E1-391F-C841-E6EB-E4D4C6BECE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579A97F-2272-55A1-71D5-264391CC5F90}"/>
              </a:ext>
            </a:extLst>
          </p:cNvPr>
          <p:cNvSpPr/>
          <p:nvPr/>
        </p:nvSpPr>
        <p:spPr>
          <a:xfrm>
            <a:off x="670900" y="687910"/>
            <a:ext cx="6150074" cy="516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042"/>
              </a:lnSpc>
            </a:pPr>
            <a:r>
              <a:rPr lang="en-US" sz="3250" dirty="0">
                <a:solidFill>
                  <a:schemeClr val="bg1"/>
                </a:solidFill>
                <a:latin typeface="Raleway"/>
              </a:rPr>
              <a:t>CRM &amp; lifecycle communication</a:t>
            </a:r>
            <a:endParaRPr lang="en-US" sz="1500" dirty="0">
              <a:solidFill>
                <a:schemeClr val="bg1"/>
              </a:solidFill>
            </a:endParaRPr>
          </a:p>
        </p:txBody>
      </p:sp>
      <p:sp>
        <p:nvSpPr>
          <p:cNvPr id="15" name="BlokTextu 14">
            <a:extLst>
              <a:ext uri="{FF2B5EF4-FFF2-40B4-BE49-F238E27FC236}">
                <a16:creationId xmlns:a16="http://schemas.microsoft.com/office/drawing/2014/main" id="{64216A72-6331-87EE-C579-141D0A92632D}"/>
              </a:ext>
            </a:extLst>
          </p:cNvPr>
          <p:cNvSpPr txBox="1"/>
          <p:nvPr/>
        </p:nvSpPr>
        <p:spPr>
          <a:xfrm>
            <a:off x="670899" y="1164939"/>
            <a:ext cx="10547195" cy="282065"/>
          </a:xfrm>
          <a:prstGeom prst="rect">
            <a:avLst/>
          </a:prstGeom>
          <a:noFill/>
        </p:spPr>
        <p:txBody>
          <a:bodyPr wrap="square" lIns="76200" tIns="38100" rIns="76200" bIns="38100" anchor="t">
            <a:spAutoFit/>
          </a:bodyPr>
          <a:lstStyle/>
          <a:p>
            <a:r>
              <a:rPr lang="en-US" sz="1333">
                <a:solidFill>
                  <a:schemeClr val="bg1"/>
                </a:solidFill>
                <a:latin typeface="Roboto"/>
                <a:ea typeface="Roboto"/>
                <a:cs typeface="Roboto"/>
              </a:rPr>
              <a:t>Templates &amp; communication principles</a:t>
            </a:r>
          </a:p>
        </p:txBody>
      </p:sp>
      <p:sp>
        <p:nvSpPr>
          <p:cNvPr id="20" name="Shape 1">
            <a:extLst>
              <a:ext uri="{FF2B5EF4-FFF2-40B4-BE49-F238E27FC236}">
                <a16:creationId xmlns:a16="http://schemas.microsoft.com/office/drawing/2014/main" id="{A67CDA90-5DF9-5402-C9C9-9AFA4CC0CF67}"/>
              </a:ext>
            </a:extLst>
          </p:cNvPr>
          <p:cNvSpPr/>
          <p:nvPr/>
        </p:nvSpPr>
        <p:spPr>
          <a:xfrm>
            <a:off x="4240507" y="1992944"/>
            <a:ext cx="7261781" cy="4298178"/>
          </a:xfrm>
          <a:prstGeom prst="roundRect">
            <a:avLst>
              <a:gd name="adj" fmla="val 2594"/>
            </a:avLst>
          </a:prstGeom>
          <a:solidFill>
            <a:srgbClr val="CDC5DD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  <p:txBody>
          <a:bodyPr lIns="76200" tIns="38100" rIns="76200" bIns="38100" anchor="t"/>
          <a:lstStyle/>
          <a:p>
            <a:endParaRPr lang="en-GB" sz="1500"/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47963C8D-EA14-CBFF-4E23-0B29B1FA7381}"/>
              </a:ext>
            </a:extLst>
          </p:cNvPr>
          <p:cNvSpPr/>
          <p:nvPr/>
        </p:nvSpPr>
        <p:spPr>
          <a:xfrm>
            <a:off x="4404535" y="2267424"/>
            <a:ext cx="6400343" cy="228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r>
              <a:rPr lang="en-US" sz="1667">
                <a:solidFill>
                  <a:srgbClr val="3C3939"/>
                </a:solidFill>
                <a:latin typeface="Raleway"/>
              </a:rPr>
              <a:t>Win-back email template</a:t>
            </a:r>
            <a:endParaRPr lang="en-US" sz="1500"/>
          </a:p>
          <a:p>
            <a:endParaRPr lang="en-US" sz="1667">
              <a:solidFill>
                <a:srgbClr val="3C3939"/>
              </a:solidFill>
              <a:latin typeface="Raleway"/>
            </a:endParaRPr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4CD07176-6A24-F890-AF80-45F308695CE6}"/>
              </a:ext>
            </a:extLst>
          </p:cNvPr>
          <p:cNvSpPr/>
          <p:nvPr/>
        </p:nvSpPr>
        <p:spPr>
          <a:xfrm>
            <a:off x="4423746" y="2670812"/>
            <a:ext cx="6971163" cy="3491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/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Since you’ve left,  we added plenty of brand-new titles for you!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Come back and discover fresh series, trending movies and Romanian Original production that are the talk of the country! Here’s what we believe you’ll love: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[</a:t>
            </a:r>
            <a:r>
              <a:rPr lang="en-US" sz="1292" err="1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personalised</a:t>
            </a:r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 recommendations]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Don’t miss the best stories, come back into your VOYO Universe!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pPr algn="ctr"/>
            <a:r>
              <a:rPr lang="en-US" sz="1292">
                <a:solidFill>
                  <a:srgbClr val="3C3939"/>
                </a:solidFill>
                <a:latin typeface="Calibri"/>
                <a:ea typeface="Calibri"/>
                <a:cs typeface="Calibri"/>
              </a:rPr>
              <a:t>[Re-activate your subscription]</a:t>
            </a:r>
          </a:p>
          <a:p>
            <a:endParaRPr lang="en-US" sz="1292">
              <a:solidFill>
                <a:srgbClr val="3C3939"/>
              </a:solidFill>
              <a:latin typeface="Calibri"/>
              <a:ea typeface="Calibri"/>
              <a:cs typeface="Calibri"/>
            </a:endParaRPr>
          </a:p>
          <a:p>
            <a:r>
              <a:rPr lang="en-US" sz="1292">
                <a:solidFill>
                  <a:srgbClr val="3C3939"/>
                </a:solidFill>
                <a:ea typeface="+mn-lt"/>
                <a:cs typeface="+mn-lt"/>
              </a:rPr>
              <a:t>Your friends at VOYO</a:t>
            </a:r>
            <a:endParaRPr lang="en-US" sz="1500"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  <a:p>
            <a:pPr>
              <a:lnSpc>
                <a:spcPct val="150000"/>
              </a:lnSpc>
            </a:pPr>
            <a:endParaRPr lang="en-US" sz="1292">
              <a:solidFill>
                <a:srgbClr val="3C3939"/>
              </a:solidFill>
              <a:latin typeface="Roboto"/>
              <a:ea typeface="Roboto"/>
              <a:cs typeface="Roboto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5A1AA85-027C-4536-FE46-2044DBA8F9FF}"/>
              </a:ext>
            </a:extLst>
          </p:cNvPr>
          <p:cNvGrpSpPr/>
          <p:nvPr/>
        </p:nvGrpSpPr>
        <p:grpSpPr>
          <a:xfrm>
            <a:off x="689713" y="1681671"/>
            <a:ext cx="2156354" cy="4843502"/>
            <a:chOff x="827655" y="2018005"/>
            <a:chExt cx="2587625" cy="5812202"/>
          </a:xfrm>
        </p:grpSpPr>
        <p:pic>
          <p:nvPicPr>
            <p:cNvPr id="5122" name="Picture 2">
              <a:extLst>
                <a:ext uri="{FF2B5EF4-FFF2-40B4-BE49-F238E27FC236}">
                  <a16:creationId xmlns:a16="http://schemas.microsoft.com/office/drawing/2014/main" id="{85037472-4049-A868-B662-6A5B6D2505C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27656" y="2018005"/>
              <a:ext cx="2587624" cy="5812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1CF432B-E1ED-3F72-4E78-639D7723F9F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30860" b="33963"/>
            <a:stretch>
              <a:fillRect/>
            </a:stretch>
          </p:blipFill>
          <p:spPr>
            <a:xfrm>
              <a:off x="827655" y="2018005"/>
              <a:ext cx="818724" cy="2880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4312124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otí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Metadata/LabelInfo.xml><?xml version="1.0" encoding="utf-8"?>
<clbl:labelList xmlns:clbl="http://schemas.microsoft.com/office/2020/mipLabelMetadata">
  <clbl:label id="{d1dc5503-7be7-40b8-8971-eac73b92fc35}" enabled="1" method="Standard" siteId="{ac66e848-7cb4-490d-b461-4eb2e62f8340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1620</TotalTime>
  <Words>646</Words>
  <Application>Microsoft Office PowerPoint</Application>
  <PresentationFormat>Widescreen</PresentationFormat>
  <Paragraphs>102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Raleway</vt:lpstr>
      <vt:lpstr>Arial</vt:lpstr>
      <vt:lpstr>Roboto</vt:lpstr>
      <vt:lpstr>Aptos</vt:lpstr>
      <vt:lpstr>Gotham Bold</vt:lpstr>
      <vt:lpstr>Calibri</vt:lpstr>
      <vt:lpstr>Aptos Display</vt:lpstr>
      <vt:lpstr>Motív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Prezentácia programu PowerPoint</dc:title>
  <dc:creator>Branislav Pavlovič</dc:creator>
  <cp:lastModifiedBy>Strýček, Jakub</cp:lastModifiedBy>
  <cp:revision>31</cp:revision>
  <dcterms:created xsi:type="dcterms:W3CDTF">2026-02-20T06:41:50Z</dcterms:created>
  <dcterms:modified xsi:type="dcterms:W3CDTF">2026-02-26T06:24:11Z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Motív Office:8</vt:lpwstr>
  </property>
  <property fmtid="{D5CDD505-2E9C-101B-9397-08002B2CF9AE}" pid="3" name="ClassificationContentMarkingFooterText">
    <vt:lpwstr>Internal</vt:lpwstr>
  </property>
</Properties>
</file>