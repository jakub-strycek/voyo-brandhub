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147483063" r:id="rId3"/>
    <p:sldId id="391" r:id="rId4"/>
    <p:sldId id="393" r:id="rId5"/>
    <p:sldId id="395" r:id="rId6"/>
    <p:sldId id="396" r:id="rId7"/>
    <p:sldId id="394" r:id="rId8"/>
    <p:sldId id="3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A0B0F0-CB23-4E44-9290-A461A8E286F4}" v="6" dt="2026-02-27T10:50:58.648"/>
    <p1510:client id="{9FBAE3C1-A23C-42D6-A533-BAD43C4E9F2B}" v="3" dt="2026-02-27T05:39:08.4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rýček, Jakub" userId="0fd0477a-885b-4640-8df6-a47f260f7b47" providerId="ADAL" clId="{642162F9-3CBE-4328-B65F-6EA6B7ABAE33}"/>
    <pc:docChg chg="undo custSel addSld delSld modSld delMainMaster">
      <pc:chgData name="Strýček, Jakub" userId="0fd0477a-885b-4640-8df6-a47f260f7b47" providerId="ADAL" clId="{642162F9-3CBE-4328-B65F-6EA6B7ABAE33}" dt="2026-02-27T10:50:58.603" v="19"/>
      <pc:docMkLst>
        <pc:docMk/>
      </pc:docMkLst>
      <pc:sldChg chg="add del">
        <pc:chgData name="Strýček, Jakub" userId="0fd0477a-885b-4640-8df6-a47f260f7b47" providerId="ADAL" clId="{642162F9-3CBE-4328-B65F-6EA6B7ABAE33}" dt="2026-02-27T10:50:58.603" v="19"/>
        <pc:sldMkLst>
          <pc:docMk/>
          <pc:sldMk cId="2288084384" sldId="391"/>
        </pc:sldMkLst>
      </pc:sldChg>
      <pc:sldChg chg="add del">
        <pc:chgData name="Strýček, Jakub" userId="0fd0477a-885b-4640-8df6-a47f260f7b47" providerId="ADAL" clId="{642162F9-3CBE-4328-B65F-6EA6B7ABAE33}" dt="2026-02-27T10:50:58.603" v="19"/>
        <pc:sldMkLst>
          <pc:docMk/>
          <pc:sldMk cId="2058870198" sldId="393"/>
        </pc:sldMkLst>
      </pc:sldChg>
      <pc:sldChg chg="modSp add del mod">
        <pc:chgData name="Strýček, Jakub" userId="0fd0477a-885b-4640-8df6-a47f260f7b47" providerId="ADAL" clId="{642162F9-3CBE-4328-B65F-6EA6B7ABAE33}" dt="2026-02-27T10:50:58.603" v="19"/>
        <pc:sldMkLst>
          <pc:docMk/>
          <pc:sldMk cId="40541777" sldId="394"/>
        </pc:sldMkLst>
        <pc:spChg chg="mod">
          <ac:chgData name="Strýček, Jakub" userId="0fd0477a-885b-4640-8df6-a47f260f7b47" providerId="ADAL" clId="{642162F9-3CBE-4328-B65F-6EA6B7ABAE33}" dt="2026-02-27T10:50:58.504" v="18"/>
          <ac:spMkLst>
            <pc:docMk/>
            <pc:sldMk cId="40541777" sldId="394"/>
            <ac:spMk id="2" creationId="{77715314-F9C8-0639-24F4-ED217878A113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0:58.603" v="19"/>
        <pc:sldMkLst>
          <pc:docMk/>
          <pc:sldMk cId="2589885279" sldId="395"/>
        </pc:sldMkLst>
        <pc:spChg chg="mod">
          <ac:chgData name="Strýček, Jakub" userId="0fd0477a-885b-4640-8df6-a47f260f7b47" providerId="ADAL" clId="{642162F9-3CBE-4328-B65F-6EA6B7ABAE33}" dt="2026-02-27T10:50:58.504" v="18"/>
          <ac:spMkLst>
            <pc:docMk/>
            <pc:sldMk cId="2589885279" sldId="395"/>
            <ac:spMk id="2" creationId="{4AD9C0B8-9209-EE63-223F-B140540CF50D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0:58.603" v="19"/>
        <pc:sldMkLst>
          <pc:docMk/>
          <pc:sldMk cId="2635467469" sldId="396"/>
        </pc:sldMkLst>
        <pc:spChg chg="mod">
          <ac:chgData name="Strýček, Jakub" userId="0fd0477a-885b-4640-8df6-a47f260f7b47" providerId="ADAL" clId="{642162F9-3CBE-4328-B65F-6EA6B7ABAE33}" dt="2026-02-27T07:41:23.252" v="11"/>
          <ac:spMkLst>
            <pc:docMk/>
            <pc:sldMk cId="2635467469" sldId="396"/>
            <ac:spMk id="4" creationId="{CD0F0B7A-3B01-205A-FE5E-B54E6A434690}"/>
          </ac:spMkLst>
        </pc:spChg>
      </pc:sldChg>
      <pc:sldChg chg="add del">
        <pc:chgData name="Strýček, Jakub" userId="0fd0477a-885b-4640-8df6-a47f260f7b47" providerId="ADAL" clId="{642162F9-3CBE-4328-B65F-6EA6B7ABAE33}" dt="2026-02-27T10:50:58.603" v="19"/>
        <pc:sldMkLst>
          <pc:docMk/>
          <pc:sldMk cId="684549493" sldId="397"/>
        </pc:sldMkLst>
      </pc:sldChg>
      <pc:sldChg chg="add del">
        <pc:chgData name="Strýček, Jakub" userId="0fd0477a-885b-4640-8df6-a47f260f7b47" providerId="ADAL" clId="{642162F9-3CBE-4328-B65F-6EA6B7ABAE33}" dt="2026-02-27T10:50:58.603" v="19"/>
        <pc:sldMkLst>
          <pc:docMk/>
          <pc:sldMk cId="3506853489" sldId="2147483063"/>
        </pc:sldMkLst>
      </pc:sldChg>
      <pc:sldMasterChg chg="del delSldLayout">
        <pc:chgData name="Strýček, Jakub" userId="0fd0477a-885b-4640-8df6-a47f260f7b47" providerId="ADAL" clId="{642162F9-3CBE-4328-B65F-6EA6B7ABAE33}" dt="2026-02-27T10:50:36.889" v="13" actId="47"/>
        <pc:sldMasterMkLst>
          <pc:docMk/>
          <pc:sldMasterMk cId="335907648" sldId="2147483660"/>
        </pc:sldMasterMkLst>
        <pc:sldLayoutChg chg="del">
          <pc:chgData name="Strýček, Jakub" userId="0fd0477a-885b-4640-8df6-a47f260f7b47" providerId="ADAL" clId="{642162F9-3CBE-4328-B65F-6EA6B7ABAE33}" dt="2026-02-27T10:50:36.889" v="13" actId="47"/>
          <pc:sldLayoutMkLst>
            <pc:docMk/>
            <pc:sldMasterMk cId="335907648" sldId="2147483660"/>
            <pc:sldLayoutMk cId="970361617" sldId="2147483661"/>
          </pc:sldLayoutMkLst>
        </pc:sldLayoutChg>
        <pc:sldLayoutChg chg="del">
          <pc:chgData name="Strýček, Jakub" userId="0fd0477a-885b-4640-8df6-a47f260f7b47" providerId="ADAL" clId="{642162F9-3CBE-4328-B65F-6EA6B7ABAE33}" dt="2026-02-27T10:50:36.889" v="13" actId="47"/>
          <pc:sldLayoutMkLst>
            <pc:docMk/>
            <pc:sldMasterMk cId="335907648" sldId="2147483660"/>
            <pc:sldLayoutMk cId="556141379" sldId="2147483662"/>
          </pc:sldLayoutMkLst>
        </pc:sldLayoutChg>
        <pc:sldLayoutChg chg="del">
          <pc:chgData name="Strýček, Jakub" userId="0fd0477a-885b-4640-8df6-a47f260f7b47" providerId="ADAL" clId="{642162F9-3CBE-4328-B65F-6EA6B7ABAE33}" dt="2026-02-27T10:50:36.889" v="13" actId="47"/>
          <pc:sldLayoutMkLst>
            <pc:docMk/>
            <pc:sldMasterMk cId="335907648" sldId="2147483660"/>
            <pc:sldLayoutMk cId="2845710629" sldId="2147483663"/>
          </pc:sldLayoutMkLst>
        </pc:sldLayoutChg>
        <pc:sldLayoutChg chg="del">
          <pc:chgData name="Strýček, Jakub" userId="0fd0477a-885b-4640-8df6-a47f260f7b47" providerId="ADAL" clId="{642162F9-3CBE-4328-B65F-6EA6B7ABAE33}" dt="2026-02-27T10:50:36.889" v="13" actId="47"/>
          <pc:sldLayoutMkLst>
            <pc:docMk/>
            <pc:sldMasterMk cId="335907648" sldId="2147483660"/>
            <pc:sldLayoutMk cId="1342126826" sldId="2147483664"/>
          </pc:sldLayoutMkLst>
        </pc:sldLayoutChg>
        <pc:sldLayoutChg chg="del">
          <pc:chgData name="Strýček, Jakub" userId="0fd0477a-885b-4640-8df6-a47f260f7b47" providerId="ADAL" clId="{642162F9-3CBE-4328-B65F-6EA6B7ABAE33}" dt="2026-02-27T10:50:36.889" v="13" actId="47"/>
          <pc:sldLayoutMkLst>
            <pc:docMk/>
            <pc:sldMasterMk cId="335907648" sldId="2147483660"/>
            <pc:sldLayoutMk cId="555136856" sldId="2147483665"/>
          </pc:sldLayoutMkLst>
        </pc:sldLayoutChg>
        <pc:sldLayoutChg chg="del">
          <pc:chgData name="Strýček, Jakub" userId="0fd0477a-885b-4640-8df6-a47f260f7b47" providerId="ADAL" clId="{642162F9-3CBE-4328-B65F-6EA6B7ABAE33}" dt="2026-02-27T10:50:36.889" v="13" actId="47"/>
          <pc:sldLayoutMkLst>
            <pc:docMk/>
            <pc:sldMasterMk cId="335907648" sldId="2147483660"/>
            <pc:sldLayoutMk cId="3797206809" sldId="2147483666"/>
          </pc:sldLayoutMkLst>
        </pc:sldLayoutChg>
        <pc:sldLayoutChg chg="del">
          <pc:chgData name="Strýček, Jakub" userId="0fd0477a-885b-4640-8df6-a47f260f7b47" providerId="ADAL" clId="{642162F9-3CBE-4328-B65F-6EA6B7ABAE33}" dt="2026-02-27T10:50:36.889" v="13" actId="47"/>
          <pc:sldLayoutMkLst>
            <pc:docMk/>
            <pc:sldMasterMk cId="335907648" sldId="2147483660"/>
            <pc:sldLayoutMk cId="1147570980" sldId="2147483667"/>
          </pc:sldLayoutMkLst>
        </pc:sldLayoutChg>
        <pc:sldLayoutChg chg="del">
          <pc:chgData name="Strýček, Jakub" userId="0fd0477a-885b-4640-8df6-a47f260f7b47" providerId="ADAL" clId="{642162F9-3CBE-4328-B65F-6EA6B7ABAE33}" dt="2026-02-27T10:50:36.889" v="13" actId="47"/>
          <pc:sldLayoutMkLst>
            <pc:docMk/>
            <pc:sldMasterMk cId="335907648" sldId="2147483660"/>
            <pc:sldLayoutMk cId="3698057447" sldId="2147483668"/>
          </pc:sldLayoutMkLst>
        </pc:sldLayoutChg>
        <pc:sldLayoutChg chg="del">
          <pc:chgData name="Strýček, Jakub" userId="0fd0477a-885b-4640-8df6-a47f260f7b47" providerId="ADAL" clId="{642162F9-3CBE-4328-B65F-6EA6B7ABAE33}" dt="2026-02-27T10:50:36.889" v="13" actId="47"/>
          <pc:sldLayoutMkLst>
            <pc:docMk/>
            <pc:sldMasterMk cId="335907648" sldId="2147483660"/>
            <pc:sldLayoutMk cId="2587341735" sldId="2147483669"/>
          </pc:sldLayoutMkLst>
        </pc:sldLayoutChg>
        <pc:sldLayoutChg chg="del">
          <pc:chgData name="Strýček, Jakub" userId="0fd0477a-885b-4640-8df6-a47f260f7b47" providerId="ADAL" clId="{642162F9-3CBE-4328-B65F-6EA6B7ABAE33}" dt="2026-02-27T10:50:36.889" v="13" actId="47"/>
          <pc:sldLayoutMkLst>
            <pc:docMk/>
            <pc:sldMasterMk cId="335907648" sldId="2147483660"/>
            <pc:sldLayoutMk cId="3173669965" sldId="2147483670"/>
          </pc:sldLayoutMkLst>
        </pc:sldLayoutChg>
        <pc:sldLayoutChg chg="del">
          <pc:chgData name="Strýček, Jakub" userId="0fd0477a-885b-4640-8df6-a47f260f7b47" providerId="ADAL" clId="{642162F9-3CBE-4328-B65F-6EA6B7ABAE33}" dt="2026-02-27T10:50:36.889" v="13" actId="47"/>
          <pc:sldLayoutMkLst>
            <pc:docMk/>
            <pc:sldMasterMk cId="335907648" sldId="2147483660"/>
            <pc:sldLayoutMk cId="839207041" sldId="2147483671"/>
          </pc:sldLayoutMkLst>
        </pc:sldLayoutChg>
        <pc:sldLayoutChg chg="del">
          <pc:chgData name="Strýček, Jakub" userId="0fd0477a-885b-4640-8df6-a47f260f7b47" providerId="ADAL" clId="{642162F9-3CBE-4328-B65F-6EA6B7ABAE33}" dt="2026-02-27T10:50:36.889" v="13" actId="47"/>
          <pc:sldLayoutMkLst>
            <pc:docMk/>
            <pc:sldMasterMk cId="335907648" sldId="2147483660"/>
            <pc:sldLayoutMk cId="3983150069" sldId="2147483672"/>
          </pc:sldLayoutMkLst>
        </pc:sldLayoutChg>
      </pc:sldMasterChg>
      <pc:sldMasterChg chg="del delSldLayout">
        <pc:chgData name="Strýček, Jakub" userId="0fd0477a-885b-4640-8df6-a47f260f7b47" providerId="ADAL" clId="{642162F9-3CBE-4328-B65F-6EA6B7ABAE33}" dt="2026-02-27T07:41:01.361" v="6" actId="47"/>
        <pc:sldMasterMkLst>
          <pc:docMk/>
          <pc:sldMasterMk cId="1649044051" sldId="2147483660"/>
        </pc:sldMasterMkLst>
        <pc:sldLayoutChg chg="del">
          <pc:chgData name="Strýček, Jakub" userId="0fd0477a-885b-4640-8df6-a47f260f7b47" providerId="ADAL" clId="{642162F9-3CBE-4328-B65F-6EA6B7ABAE33}" dt="2026-02-27T07:41:01.361" v="6" actId="47"/>
          <pc:sldLayoutMkLst>
            <pc:docMk/>
            <pc:sldMasterMk cId="1649044051" sldId="2147483660"/>
            <pc:sldLayoutMk cId="2627479815" sldId="2147483661"/>
          </pc:sldLayoutMkLst>
        </pc:sldLayoutChg>
        <pc:sldLayoutChg chg="del">
          <pc:chgData name="Strýček, Jakub" userId="0fd0477a-885b-4640-8df6-a47f260f7b47" providerId="ADAL" clId="{642162F9-3CBE-4328-B65F-6EA6B7ABAE33}" dt="2026-02-27T07:41:01.361" v="6" actId="47"/>
          <pc:sldLayoutMkLst>
            <pc:docMk/>
            <pc:sldMasterMk cId="1649044051" sldId="2147483660"/>
            <pc:sldLayoutMk cId="458147097" sldId="2147483662"/>
          </pc:sldLayoutMkLst>
        </pc:sldLayoutChg>
        <pc:sldLayoutChg chg="del">
          <pc:chgData name="Strýček, Jakub" userId="0fd0477a-885b-4640-8df6-a47f260f7b47" providerId="ADAL" clId="{642162F9-3CBE-4328-B65F-6EA6B7ABAE33}" dt="2026-02-27T07:41:01.361" v="6" actId="47"/>
          <pc:sldLayoutMkLst>
            <pc:docMk/>
            <pc:sldMasterMk cId="1649044051" sldId="2147483660"/>
            <pc:sldLayoutMk cId="1854224795" sldId="2147483663"/>
          </pc:sldLayoutMkLst>
        </pc:sldLayoutChg>
        <pc:sldLayoutChg chg="del">
          <pc:chgData name="Strýček, Jakub" userId="0fd0477a-885b-4640-8df6-a47f260f7b47" providerId="ADAL" clId="{642162F9-3CBE-4328-B65F-6EA6B7ABAE33}" dt="2026-02-27T07:41:01.361" v="6" actId="47"/>
          <pc:sldLayoutMkLst>
            <pc:docMk/>
            <pc:sldMasterMk cId="1649044051" sldId="2147483660"/>
            <pc:sldLayoutMk cId="3884550876" sldId="2147483664"/>
          </pc:sldLayoutMkLst>
        </pc:sldLayoutChg>
        <pc:sldLayoutChg chg="del">
          <pc:chgData name="Strýček, Jakub" userId="0fd0477a-885b-4640-8df6-a47f260f7b47" providerId="ADAL" clId="{642162F9-3CBE-4328-B65F-6EA6B7ABAE33}" dt="2026-02-27T07:41:01.361" v="6" actId="47"/>
          <pc:sldLayoutMkLst>
            <pc:docMk/>
            <pc:sldMasterMk cId="1649044051" sldId="2147483660"/>
            <pc:sldLayoutMk cId="960065723" sldId="2147483665"/>
          </pc:sldLayoutMkLst>
        </pc:sldLayoutChg>
        <pc:sldLayoutChg chg="del">
          <pc:chgData name="Strýček, Jakub" userId="0fd0477a-885b-4640-8df6-a47f260f7b47" providerId="ADAL" clId="{642162F9-3CBE-4328-B65F-6EA6B7ABAE33}" dt="2026-02-27T07:41:01.361" v="6" actId="47"/>
          <pc:sldLayoutMkLst>
            <pc:docMk/>
            <pc:sldMasterMk cId="1649044051" sldId="2147483660"/>
            <pc:sldLayoutMk cId="2602581507" sldId="2147483666"/>
          </pc:sldLayoutMkLst>
        </pc:sldLayoutChg>
        <pc:sldLayoutChg chg="del">
          <pc:chgData name="Strýček, Jakub" userId="0fd0477a-885b-4640-8df6-a47f260f7b47" providerId="ADAL" clId="{642162F9-3CBE-4328-B65F-6EA6B7ABAE33}" dt="2026-02-27T07:41:01.361" v="6" actId="47"/>
          <pc:sldLayoutMkLst>
            <pc:docMk/>
            <pc:sldMasterMk cId="1649044051" sldId="2147483660"/>
            <pc:sldLayoutMk cId="2315688037" sldId="2147483667"/>
          </pc:sldLayoutMkLst>
        </pc:sldLayoutChg>
        <pc:sldLayoutChg chg="del">
          <pc:chgData name="Strýček, Jakub" userId="0fd0477a-885b-4640-8df6-a47f260f7b47" providerId="ADAL" clId="{642162F9-3CBE-4328-B65F-6EA6B7ABAE33}" dt="2026-02-27T07:41:01.361" v="6" actId="47"/>
          <pc:sldLayoutMkLst>
            <pc:docMk/>
            <pc:sldMasterMk cId="1649044051" sldId="2147483660"/>
            <pc:sldLayoutMk cId="990579157" sldId="2147483668"/>
          </pc:sldLayoutMkLst>
        </pc:sldLayoutChg>
        <pc:sldLayoutChg chg="del">
          <pc:chgData name="Strýček, Jakub" userId="0fd0477a-885b-4640-8df6-a47f260f7b47" providerId="ADAL" clId="{642162F9-3CBE-4328-B65F-6EA6B7ABAE33}" dt="2026-02-27T07:41:01.361" v="6" actId="47"/>
          <pc:sldLayoutMkLst>
            <pc:docMk/>
            <pc:sldMasterMk cId="1649044051" sldId="2147483660"/>
            <pc:sldLayoutMk cId="2097618613" sldId="2147483669"/>
          </pc:sldLayoutMkLst>
        </pc:sldLayoutChg>
        <pc:sldLayoutChg chg="del">
          <pc:chgData name="Strýček, Jakub" userId="0fd0477a-885b-4640-8df6-a47f260f7b47" providerId="ADAL" clId="{642162F9-3CBE-4328-B65F-6EA6B7ABAE33}" dt="2026-02-27T07:41:01.361" v="6" actId="47"/>
          <pc:sldLayoutMkLst>
            <pc:docMk/>
            <pc:sldMasterMk cId="1649044051" sldId="2147483660"/>
            <pc:sldLayoutMk cId="3224114528" sldId="2147483670"/>
          </pc:sldLayoutMkLst>
        </pc:sldLayoutChg>
        <pc:sldLayoutChg chg="del">
          <pc:chgData name="Strýček, Jakub" userId="0fd0477a-885b-4640-8df6-a47f260f7b47" providerId="ADAL" clId="{642162F9-3CBE-4328-B65F-6EA6B7ABAE33}" dt="2026-02-27T07:41:01.361" v="6" actId="47"/>
          <pc:sldLayoutMkLst>
            <pc:docMk/>
            <pc:sldMasterMk cId="1649044051" sldId="2147483660"/>
            <pc:sldLayoutMk cId="3344293568" sldId="2147483671"/>
          </pc:sldLayoutMkLst>
        </pc:sldLayoutChg>
        <pc:sldLayoutChg chg="del">
          <pc:chgData name="Strýček, Jakub" userId="0fd0477a-885b-4640-8df6-a47f260f7b47" providerId="ADAL" clId="{642162F9-3CBE-4328-B65F-6EA6B7ABAE33}" dt="2026-02-27T07:41:01.361" v="6" actId="47"/>
          <pc:sldLayoutMkLst>
            <pc:docMk/>
            <pc:sldMasterMk cId="1649044051" sldId="2147483660"/>
            <pc:sldLayoutMk cId="3855074864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615B-2785-7305-F40B-A0B402C53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3EF0B-06CE-5004-CB9E-6C69EB0D2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33FA0-D379-9F8D-FC03-28635E06D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8684-5BA3-4668-823A-320874CFA47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D5420-1061-D1EA-805E-AC1A5B217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86858-B4DF-2BAB-5816-0825FC804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005B-A2FD-4C2A-BF4C-1826C0512B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539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A4FB6-9832-7747-B128-3F4DB3CA6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BF838-F95A-9C59-D040-DC2E4AA8A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FEBC7-F11E-5116-BC56-D10FB503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8684-5BA3-4668-823A-320874CFA47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1BAEB-5726-A9E8-383F-E5921D478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1B4DC-91A9-EF6D-DCA7-49957A0A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005B-A2FD-4C2A-BF4C-1826C0512B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2299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1F4B5-0FB9-4154-C0D7-A05456EC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C15F8-808C-97B0-B7B9-55447DCB3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E63F3-91FC-0ECE-8490-EC2686D82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8684-5BA3-4668-823A-320874CFA47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F57B7-9B4C-2665-F65D-6323BC6A7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29306-3BCE-AD81-6A11-A4247FDB9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005B-A2FD-4C2A-BF4C-1826C0512B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642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9967B-E8B2-BA57-0011-C4F32DAB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23F6D-72E5-5281-1FFC-D48B239A0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31F1C8-C46F-AF7E-5029-E93E75084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DDE4E-AB10-0AA9-85FA-8EF40A045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8684-5BA3-4668-823A-320874CFA47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C5ABC-7DCC-0221-C3C0-224CB592D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826F2-D509-D173-0F96-493F3C91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005B-A2FD-4C2A-BF4C-1826C0512B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45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F4342-F509-DD5B-0F9E-0C01E20B5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F6E4C-F937-F769-C657-2D952C24D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68CBF-8A04-6EDB-6C93-1F01FC7AE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277E2C-6268-1C29-2BF3-8FE403F8FA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B6694-9022-DA83-265B-B997423155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4041CE-C722-EDF8-F1AA-8EF59357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8684-5BA3-4668-823A-320874CFA47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311DE0-20D5-ADE9-0DB0-511B6E9C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9968DE-54BE-07D0-8533-F9A24B650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005B-A2FD-4C2A-BF4C-1826C0512B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8222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B3CFC-A810-4FF1-144F-BFCB4064C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D7F92A-B723-1F86-4546-C2460B564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8684-5BA3-4668-823A-320874CFA47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A85E0C-3833-F3D5-5CDD-BE892D824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46E1E-4E7F-B0E2-729F-A2BD76750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005B-A2FD-4C2A-BF4C-1826C0512B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847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449825-CD56-9ABB-1A95-2D5C8AC6B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8684-5BA3-4668-823A-320874CFA47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334446-1E2B-CFB8-7EB3-E01ADB202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798AA-A526-5E7A-C9BA-1AFF1D1DF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005B-A2FD-4C2A-BF4C-1826C0512B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88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FC2CC-1EFE-BD1C-30DC-CDE379A1E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2BA2A-221A-F1C7-5645-30EE676EE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72C61-3882-B04E-2414-0FD70546D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DFF8D-2449-0D8A-9555-FAB1341D2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8684-5BA3-4668-823A-320874CFA47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452B8-D968-A6BF-CC62-933311932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E8B916-31B9-78E4-1F19-9C8CA6A2D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005B-A2FD-4C2A-BF4C-1826C0512B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093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EDEE8-B07B-7FFB-8CFD-261FEC598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D3CA50-3BFE-4B04-8F00-E0155F31DB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3BE22-6C8A-2505-0EF3-62EA6F711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F3B8E-3592-A6C4-2AF7-76B643433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8684-5BA3-4668-823A-320874CFA47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439F5-A268-69A4-00DB-4421498B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08600-4E4C-0035-A680-BA0572529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005B-A2FD-4C2A-BF4C-1826C0512B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05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BC4B6-FDB5-A3A1-E97C-A1D15A66D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9A6A5-1A42-A319-23D3-F1C476B9D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C985B-38EA-7185-2B4C-1133CFF76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8684-5BA3-4668-823A-320874CFA47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ADCE7-C03A-7639-4449-BBE16C88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EBD66-CC61-9999-8768-54BB39A0D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005B-A2FD-4C2A-BF4C-1826C0512B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832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40EE32-08DE-A7E0-AFEF-7AA6371EA5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89BBD1-4D82-5A0B-C65B-71801A71AD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1B3C2-658E-7E9B-6717-C67ED9446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8684-5BA3-4668-823A-320874CFA47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DEB17-E4F6-8ACC-D369-C60C20703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5E402-ADEF-28A9-4F88-A338AC35E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005B-A2FD-4C2A-BF4C-1826C0512B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0999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1E31F4-01A2-E6F1-B374-7CC95B53C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32EDE0A-8CA4-BE57-5C53-40E9661DD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C94EB4A-EEA2-490F-CAE4-993DE35AF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CFC6-2C3D-430D-B009-7B7F642ABE14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ADE9B73-AB57-658C-7DA5-217ECDC3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6FD5A285-F0CF-4C03-F2C2-B32E6004D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482640-75BE-4676-8FBA-7A48CEEC95B0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1946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538869"/>
            <a:ext cx="9901382" cy="656164"/>
          </a:xfrm>
        </p:spPr>
        <p:txBody>
          <a:bodyPr>
            <a:noAutofit/>
          </a:bodyPr>
          <a:lstStyle>
            <a:lvl1pPr>
              <a:defRPr sz="4000">
                <a:latin typeface="Gotham Black"/>
              </a:defRPr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E45AC5F3-9153-4848-B4E1-D5F235593822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C3E9460F-8BB7-9C9F-E4D7-F6609C4E9AE4}"/>
              </a:ext>
            </a:extLst>
          </p:cNvPr>
          <p:cNvCxnSpPr>
            <a:cxnSpLocks/>
          </p:cNvCxnSpPr>
          <p:nvPr userDrawn="1"/>
        </p:nvCxnSpPr>
        <p:spPr>
          <a:xfrm>
            <a:off x="461818" y="1405230"/>
            <a:ext cx="11277600" cy="0"/>
          </a:xfrm>
          <a:prstGeom prst="line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020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538869"/>
            <a:ext cx="9901382" cy="656164"/>
          </a:xfrm>
        </p:spPr>
        <p:txBody>
          <a:bodyPr>
            <a:noAutofit/>
          </a:bodyPr>
          <a:lstStyle>
            <a:lvl1pPr>
              <a:defRPr sz="4000">
                <a:latin typeface="Gotham Black"/>
              </a:defRPr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C3E9460F-8BB7-9C9F-E4D7-F6609C4E9AE4}"/>
              </a:ext>
            </a:extLst>
          </p:cNvPr>
          <p:cNvCxnSpPr>
            <a:cxnSpLocks/>
          </p:cNvCxnSpPr>
          <p:nvPr userDrawn="1"/>
        </p:nvCxnSpPr>
        <p:spPr>
          <a:xfrm>
            <a:off x="461818" y="1405230"/>
            <a:ext cx="11277600" cy="0"/>
          </a:xfrm>
          <a:prstGeom prst="line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572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990074"/>
            <a:ext cx="9901382" cy="656164"/>
          </a:xfrm>
        </p:spPr>
        <p:txBody>
          <a:bodyPr/>
          <a:lstStyle/>
          <a:p>
            <a:r>
              <a:rPr lang="sk-SK" dirty="0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4351338"/>
          </a:xfrm>
        </p:spPr>
        <p:txBody>
          <a:bodyPr/>
          <a:lstStyle/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E45AC5F3-9153-4848-B4E1-D5F235593822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64426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996950"/>
            <a:ext cx="9818255" cy="649288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709" y="1825625"/>
            <a:ext cx="11120582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7221A705-3299-48EB-854F-C3B4273BA57B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E4D3BAD3-06E2-8976-1503-A809522676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10" y="5616379"/>
            <a:ext cx="11120582" cy="5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3067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92F3D5-CD3E-29D4-CC4B-9EC71ABDE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E13A22E-C17D-D2E7-C115-423CEC0B8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CEECA32A-4681-9BA5-A0D8-54F09F110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46690-AF75-4187-BFC3-D5F2332C501B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B627AD7-A404-67BA-ABD1-021ED93D7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43788D0-A08F-658B-474D-433D76029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63337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F6C460-0F35-4E85-6A09-AE39960C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7FAB8BD-D9D4-6732-570A-9B37C5C9C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709" y="1825625"/>
            <a:ext cx="5484091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FA7B67C0-F900-C5B2-C56C-35CF66249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484091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0F16AB83-1D47-9E2E-1472-C633E9A2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EAE3A-F887-47E6-BD99-55D80AEBF460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8634056E-F687-6D18-7D49-0C715498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2E9E4B79-2095-E9C7-049E-6E2B5B52B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059521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A7DDE2E-A692-3DAD-62E1-9B3AF46C9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710" y="1681163"/>
            <a:ext cx="54618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934030DF-31C2-E488-649D-035B23F1B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710" y="2505075"/>
            <a:ext cx="5461866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2E017A73-BA90-1271-D4BE-EA520C431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4840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DF63CFB1-52B3-2337-5C70-EFAB4C37A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484089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198C0987-EF61-2B1A-3FB6-8517F4E8F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92BEE-E86B-49DF-B1B3-CCEC9E68AD35}" type="datetime1">
              <a:rPr lang="sk-SK" smtClean="0"/>
              <a:t>27. 2. 2026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E9C82B51-FA16-0B39-04A8-7FDCC03A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B9112C33-D93B-E83C-FDAC-75B77369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441622A9-7D0F-4365-C6FA-80D5F0229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990600"/>
            <a:ext cx="9818255" cy="700088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</p:spTree>
    <p:extLst>
      <p:ext uri="{BB962C8B-B14F-4D97-AF65-F5344CB8AC3E}">
        <p14:creationId xmlns:p14="http://schemas.microsoft.com/office/powerpoint/2010/main" val="20399608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043D30-071D-33AB-9669-23DC9D7D0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0626F86A-ED8E-E2CB-0045-882B2081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7997-9BB1-469D-AB8B-75A91F8709FB}" type="datetime1">
              <a:rPr lang="sk-SK" smtClean="0"/>
              <a:t>27. 2. 2026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AA76809C-B35F-91E8-F0FC-58E4DA052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620999B0-23F7-AD49-85E6-5F16A8F0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54258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294DAC2C-3747-CF3D-3CAD-2D3648B27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7880-69E6-4017-911E-C813255CF17D}" type="datetime1">
              <a:rPr lang="sk-SK" smtClean="0"/>
              <a:t>27. 2. 2026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52264B98-8195-D8D6-63E7-7160E646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A3CB4A4-DECD-DD2C-2867-C21C476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60223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ED231A-84A5-F5D9-5D2E-50078FC0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5C5581D-D921-5F0F-AE2D-99906DBF2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1EC71DA-B330-2925-634E-8AF351D6A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9CAA74C9-159A-4142-CD81-9C0EBC9A0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D860-1691-4A1E-951E-860E288D7ED9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BEE73CA0-8128-6D89-5779-DE33B887A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69D1AA6B-8076-B5A9-6F2D-053A86461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932357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DD6BD6-170C-44DD-BDC0-D960921B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8" y="457200"/>
            <a:ext cx="433618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DABB3901-CBE5-CD07-4906-E157868787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7310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DDBA57B-148A-F609-6500-9FB9CDADF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709" y="2079480"/>
            <a:ext cx="42862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5B07352E-769A-F29D-4DE0-19240FFE0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D6A6A-330E-44F1-9989-89ED565DD888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6D766888-199E-BEED-A3B9-4EE38408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B87AE7F8-4D13-FAEB-EAF6-80CD1BE4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988047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3DF940-CA92-904E-80FF-E6F99971D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8246ADBA-C098-2C20-660C-3760EF1E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168A9-2373-480D-BEC3-8767F6491096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27ADCD98-DFDB-5022-61A3-7705C605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23E782B7-3401-F2F1-32A7-8F6FC2A62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sp>
        <p:nvSpPr>
          <p:cNvPr id="11" name="Zástupný text 3">
            <a:extLst>
              <a:ext uri="{FF2B5EF4-FFF2-40B4-BE49-F238E27FC236}">
                <a16:creationId xmlns:a16="http://schemas.microsoft.com/office/drawing/2014/main" id="{0C564EC2-EE3E-27C0-6E49-AD055C579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709" y="2175382"/>
            <a:ext cx="5023859" cy="73770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0"/>
            <a:endParaRPr lang="sk-SK"/>
          </a:p>
          <a:p>
            <a:pPr lvl="0"/>
            <a:endParaRPr lang="sk-SK"/>
          </a:p>
        </p:txBody>
      </p:sp>
      <p:sp>
        <p:nvSpPr>
          <p:cNvPr id="12" name="Zástupný text 3">
            <a:extLst>
              <a:ext uri="{FF2B5EF4-FFF2-40B4-BE49-F238E27FC236}">
                <a16:creationId xmlns:a16="http://schemas.microsoft.com/office/drawing/2014/main" id="{6F97C8EF-0CB2-322D-9076-99ABF456029F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535709" y="3004849"/>
            <a:ext cx="5024582" cy="300802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13" name="Zástupný text 3">
            <a:extLst>
              <a:ext uri="{FF2B5EF4-FFF2-40B4-BE49-F238E27FC236}">
                <a16:creationId xmlns:a16="http://schemas.microsoft.com/office/drawing/2014/main" id="{D84772E5-CFF9-718C-802E-19550E9B968D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6632434" y="2179014"/>
            <a:ext cx="5023859" cy="73770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0"/>
            <a:endParaRPr lang="sk-SK"/>
          </a:p>
          <a:p>
            <a:pPr lvl="0"/>
            <a:endParaRPr lang="sk-SK"/>
          </a:p>
        </p:txBody>
      </p:sp>
      <p:sp>
        <p:nvSpPr>
          <p:cNvPr id="14" name="Zástupný text 3">
            <a:extLst>
              <a:ext uri="{FF2B5EF4-FFF2-40B4-BE49-F238E27FC236}">
                <a16:creationId xmlns:a16="http://schemas.microsoft.com/office/drawing/2014/main" id="{FE1BA62C-FF9F-4199-686B-F448EBF36D9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631711" y="3004849"/>
            <a:ext cx="5023859" cy="300802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</p:spTree>
    <p:extLst>
      <p:ext uri="{BB962C8B-B14F-4D97-AF65-F5344CB8AC3E}">
        <p14:creationId xmlns:p14="http://schemas.microsoft.com/office/powerpoint/2010/main" val="23168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A8255F-0E0A-677B-CCEA-2EA561D5D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96AFB-D781-4505-BA06-BB5A97811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47319-2E9C-FBC4-CBEF-F150FFA309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EA8684-5BA3-4668-823A-320874CFA47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002AE-EECE-CB6D-1A5C-39B93A16D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8EE5C-CDFB-DBB6-330D-4EF50D048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F005B-A2FD-4C2A-BF4C-1826C0512B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66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ázok 9" descr="Obrázok, na ktorom je nebo, modrá, snímka obrazovky, rozmazanie&#10;&#10;Obsah vygenerovaný pomocou AI môže byť nesprávny.">
            <a:extLst>
              <a:ext uri="{FF2B5EF4-FFF2-40B4-BE49-F238E27FC236}">
                <a16:creationId xmlns:a16="http://schemas.microsoft.com/office/drawing/2014/main" id="{C71F1129-C362-F7B5-2DE7-D5B8B8D330A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36343588-5C6D-5217-EDC9-609AD8D24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1041400"/>
            <a:ext cx="9818255" cy="649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A1C42F2-A5DE-357A-C4CF-5A290B765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709" y="1825625"/>
            <a:ext cx="108180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E5A5F4F-D90E-E642-21B8-C18A81F22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2C8D9-E561-4CC8-AC32-35F66DAD277A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61D836A-C826-6445-380C-EC3A44206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708C169-9F46-5E9A-1745-62AB43CD8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67F2538-5172-44FE-BA0F-FAB2B9E4D3CD}" type="slidenum">
              <a:rPr lang="sk-SK" smtClean="0"/>
              <a:pPr/>
              <a:t>‹#›</a:t>
            </a:fld>
            <a:endParaRPr lang="sk-SK">
              <a:solidFill>
                <a:schemeClr val="bg1"/>
              </a:solidFill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6D9CB86B-5A82-B697-C35D-20BA3B20C0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83275" y="6642100"/>
            <a:ext cx="450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sk-SK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  <p:pic>
        <p:nvPicPr>
          <p:cNvPr id="7" name="Obrázok 6" descr="Obrázok, na ktorom je písmo, grafika, logo, kruh">
            <a:extLst>
              <a:ext uri="{FF2B5EF4-FFF2-40B4-BE49-F238E27FC236}">
                <a16:creationId xmlns:a16="http://schemas.microsoft.com/office/drawing/2014/main" id="{97A7DE47-3C26-9503-4E0D-3CA5230F4F13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1" y="324810"/>
            <a:ext cx="1255720" cy="44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377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Gotham Book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Gotham Book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Gotham Ligh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Gotham Ligh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otham Ligh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otham Ligh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ACC36-1A5F-297C-AA18-94033353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2AE5A517-C227-7DE7-38B3-005B09206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2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2CBFB70D-C925-A270-1C54-EF0A43C15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598946"/>
            <a:ext cx="11068493" cy="1520260"/>
          </a:xfrm>
        </p:spPr>
        <p:txBody>
          <a:bodyPr>
            <a:normAutofit fontScale="92500" lnSpcReduction="20000"/>
          </a:bodyPr>
          <a:lstStyle/>
          <a:p>
            <a:endParaRPr lang="en-US" sz="6100" b="1" dirty="0">
              <a:latin typeface="Gotham Black"/>
            </a:endParaRPr>
          </a:p>
          <a:p>
            <a:r>
              <a:rPr lang="sk-SK" sz="6100" b="1" dirty="0">
                <a:latin typeface="Gotham Black"/>
              </a:rPr>
              <a:t>LOCAL RELEVANCE </a:t>
            </a:r>
            <a:r>
              <a:rPr lang="sk-SK" sz="6100" dirty="0">
                <a:latin typeface="Gotham Black"/>
              </a:rPr>
              <a:t>IN PRACTICE</a:t>
            </a: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B592EB3D-1B2E-EA9A-0FBE-CFB930430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82640-75BE-4676-8FBA-7A48CEEC95B0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6853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67364E-F816-2984-B12A-AF9195103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7" y="704192"/>
            <a:ext cx="9901382" cy="563829"/>
          </a:xfrm>
        </p:spPr>
        <p:txBody>
          <a:bodyPr>
            <a:noAutofit/>
          </a:bodyPr>
          <a:lstStyle/>
          <a:p>
            <a:r>
              <a:rPr lang="en-US" dirty="0">
                <a:latin typeface="Gotham Black"/>
              </a:rPr>
              <a:t>How to apply </a:t>
            </a:r>
            <a:r>
              <a:rPr lang="en-US" b="1" dirty="0">
                <a:latin typeface="Gotham Black"/>
              </a:rPr>
              <a:t>VOYO positioning </a:t>
            </a:r>
            <a:r>
              <a:rPr lang="en-US" dirty="0">
                <a:latin typeface="Gotham Black"/>
              </a:rPr>
              <a:t>across markets</a:t>
            </a:r>
            <a:endParaRPr lang="sk-SK" dirty="0">
              <a:latin typeface="Gotham Black"/>
            </a:endParaRP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886FB4D8-7AE5-8F26-16F0-EC6F95472592}"/>
              </a:ext>
            </a:extLst>
          </p:cNvPr>
          <p:cNvSpPr txBox="1"/>
          <p:nvPr/>
        </p:nvSpPr>
        <p:spPr>
          <a:xfrm>
            <a:off x="5634182" y="2787879"/>
            <a:ext cx="5720892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This chapter helps teams bring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VOYO’s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 local strength to life without losing scale or excitement.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It shows how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VOYO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 can feel culturally close, while still delivering bold, premium entertainment - from series and reality to sport and blockbusters.</a:t>
            </a: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FF256EF9-C098-72EA-D392-E33D925668BE}"/>
              </a:ext>
            </a:extLst>
          </p:cNvPr>
          <p:cNvSpPr txBox="1"/>
          <p:nvPr/>
        </p:nvSpPr>
        <p:spPr>
          <a:xfrm>
            <a:off x="5634182" y="22679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WHAT THIS CHAPTER IS FOR</a:t>
            </a:r>
            <a:endParaRPr kumimoji="0" lang="sk-SK" sz="18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0" name="Obrázok 19">
            <a:extLst>
              <a:ext uri="{FF2B5EF4-FFF2-40B4-BE49-F238E27FC236}">
                <a16:creationId xmlns:a16="http://schemas.microsoft.com/office/drawing/2014/main" id="{0E5AEBE2-9AE3-48AC-4F91-4E616C341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593" y="2787879"/>
            <a:ext cx="3593455" cy="2398191"/>
          </a:xfrm>
          <a:prstGeom prst="rect">
            <a:avLst/>
          </a:prstGeom>
        </p:spPr>
      </p:pic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154381DD-DE3C-949B-6A60-B50D44CEF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" name="Rovná spojnica 4">
            <a:extLst>
              <a:ext uri="{FF2B5EF4-FFF2-40B4-BE49-F238E27FC236}">
                <a16:creationId xmlns:a16="http://schemas.microsoft.com/office/drawing/2014/main" id="{BF7A08C6-8F5F-FC4B-852A-7C198752BEF9}"/>
              </a:ext>
            </a:extLst>
          </p:cNvPr>
          <p:cNvCxnSpPr>
            <a:cxnSpLocks/>
          </p:cNvCxnSpPr>
          <p:nvPr/>
        </p:nvCxnSpPr>
        <p:spPr>
          <a:xfrm>
            <a:off x="4941673" y="3353980"/>
            <a:ext cx="0" cy="10689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28808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F5774-51BB-75FF-80A3-2F805B1F9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C21B32-C0F2-2680-649F-2A5668F1D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797"/>
            <a:ext cx="9901382" cy="65616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Gotham Black"/>
              </a:rPr>
              <a:t>When </a:t>
            </a:r>
            <a:r>
              <a:rPr lang="en-US" sz="4000" dirty="0" err="1">
                <a:latin typeface="Gotham Black"/>
              </a:rPr>
              <a:t>VOYO</a:t>
            </a:r>
            <a:r>
              <a:rPr lang="en-US" sz="4000" dirty="0">
                <a:latin typeface="Gotham Black"/>
              </a:rPr>
              <a:t> feels like </a:t>
            </a:r>
            <a:r>
              <a:rPr lang="en-US" sz="4000" b="1" dirty="0">
                <a:latin typeface="Gotham Black"/>
              </a:rPr>
              <a:t>“our service”</a:t>
            </a:r>
            <a:endParaRPr lang="sk-SK" sz="4000" b="1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81902CF-FF86-954C-8818-934730717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491903"/>
            <a:ext cx="11179576" cy="3241676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spcBef>
                <a:spcPts val="600"/>
              </a:spcBef>
              <a:buNone/>
            </a:pPr>
            <a:r>
              <a:rPr lang="en-US" sz="1800" dirty="0"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VOYO feels local when people talk about it as “our service” – not just a place where something is available.</a:t>
            </a:r>
            <a:endParaRPr lang="sk-SK" sz="1800" dirty="0"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lnSpc>
                <a:spcPct val="170000"/>
              </a:lnSpc>
              <a:spcBef>
                <a:spcPts val="600"/>
              </a:spcBef>
              <a:buNone/>
            </a:pPr>
            <a:endParaRPr lang="sk-SK" sz="1800" dirty="0"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WHAT MAKES THIS TRUE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800" dirty="0">
                <a:latin typeface="Gotham Black"/>
              </a:rPr>
              <a:t>Local relevance is not just content</a:t>
            </a:r>
            <a:endParaRPr lang="sk-SK" sz="1800" dirty="0">
              <a:latin typeface="Gotham Black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800" dirty="0">
                <a:latin typeface="Gotham Black"/>
              </a:rPr>
              <a:t>It’s how VOYO behaves across the whole experience</a:t>
            </a:r>
            <a:endParaRPr lang="sk-SK" sz="1800" dirty="0">
              <a:latin typeface="Gotham Black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endParaRPr lang="en-US" sz="1800" dirty="0">
              <a:latin typeface="Gotham Black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>
                <a:latin typeface="Gotham Black"/>
              </a:rPr>
              <a:t>Local</a:t>
            </a:r>
            <a:r>
              <a:rPr lang="en-US" sz="1800" dirty="0">
                <a:latin typeface="Gotham Black"/>
              </a:rPr>
              <a:t> = </a:t>
            </a:r>
            <a:r>
              <a:rPr lang="en-US" sz="1800" b="1" dirty="0">
                <a:latin typeface="Gotham Black"/>
              </a:rPr>
              <a:t>Content</a:t>
            </a:r>
            <a:r>
              <a:rPr lang="en-US" sz="1800" dirty="0">
                <a:latin typeface="Gotham Black"/>
              </a:rPr>
              <a:t> + </a:t>
            </a:r>
            <a:r>
              <a:rPr lang="en-US" sz="1800" b="1" dirty="0">
                <a:latin typeface="Gotham Black"/>
              </a:rPr>
              <a:t>Tone</a:t>
            </a:r>
            <a:r>
              <a:rPr lang="en-US" sz="1800" dirty="0">
                <a:latin typeface="Gotham Black"/>
              </a:rPr>
              <a:t> + </a:t>
            </a:r>
            <a:r>
              <a:rPr lang="en-US" sz="1800" b="1" dirty="0">
                <a:latin typeface="Gotham Black"/>
              </a:rPr>
              <a:t>UX</a:t>
            </a:r>
            <a:r>
              <a:rPr lang="en-US" sz="1800" dirty="0">
                <a:latin typeface="Gotham Black"/>
              </a:rPr>
              <a:t> + </a:t>
            </a:r>
            <a:r>
              <a:rPr lang="en-US" sz="1800" b="1" dirty="0">
                <a:latin typeface="Gotham Black"/>
              </a:rPr>
              <a:t>Care</a:t>
            </a:r>
            <a:r>
              <a:rPr lang="en-US" sz="1800" dirty="0">
                <a:latin typeface="Gotham Black"/>
              </a:rPr>
              <a:t> + </a:t>
            </a:r>
            <a:r>
              <a:rPr lang="en-US" sz="1800" b="1" dirty="0">
                <a:latin typeface="Gotham Black"/>
              </a:rPr>
              <a:t>Fairness</a:t>
            </a:r>
            <a:endParaRPr lang="sk-SK" sz="1800" b="1" dirty="0">
              <a:latin typeface="Gotham Black"/>
            </a:endParaRPr>
          </a:p>
          <a:p>
            <a:pPr>
              <a:spcBef>
                <a:spcPts val="600"/>
              </a:spcBef>
            </a:pPr>
            <a:endParaRPr lang="sk-SK" sz="1800" b="1" dirty="0">
              <a:latin typeface="Gotham Black"/>
            </a:endParaRPr>
          </a:p>
          <a:p>
            <a:pPr>
              <a:spcBef>
                <a:spcPts val="600"/>
              </a:spcBef>
              <a:buNone/>
            </a:pPr>
            <a:r>
              <a:rPr lang="en-US" sz="1800" dirty="0">
                <a:latin typeface="Gotham Black"/>
              </a:rPr>
              <a:t>How to apply this (per market)</a:t>
            </a:r>
          </a:p>
          <a:p>
            <a:pPr>
              <a:spcBef>
                <a:spcPts val="600"/>
              </a:spcBef>
              <a:buNone/>
            </a:pPr>
            <a:r>
              <a:rPr lang="en-US" sz="1800" dirty="0">
                <a:latin typeface="Gotham Black"/>
              </a:rPr>
              <a:t>Define local relevance in one sentence:</a:t>
            </a:r>
          </a:p>
          <a:p>
            <a:endParaRPr lang="en-US" sz="1800" dirty="0">
              <a:latin typeface="Gotham Black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8BCB425C-7FDA-ACAF-8E93-799F5D490152}"/>
              </a:ext>
            </a:extLst>
          </p:cNvPr>
          <p:cNvSpPr txBox="1"/>
          <p:nvPr/>
        </p:nvSpPr>
        <p:spPr>
          <a:xfrm>
            <a:off x="837334" y="5668401"/>
            <a:ext cx="10664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In [MARKET], VOYO feels most like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“our service”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through</a:t>
            </a:r>
            <a:r>
              <a:rPr kumimoji="0" lang="sk-SK" sz="1800" b="0" i="1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[key cultural truth] + [shared viewing moment].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BB1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cxnSp>
        <p:nvCxnSpPr>
          <p:cNvPr id="13" name="Rovná spojnica 12">
            <a:extLst>
              <a:ext uri="{FF2B5EF4-FFF2-40B4-BE49-F238E27FC236}">
                <a16:creationId xmlns:a16="http://schemas.microsoft.com/office/drawing/2014/main" id="{780333BB-A223-1507-0391-D713C61293D1}"/>
              </a:ext>
            </a:extLst>
          </p:cNvPr>
          <p:cNvCxnSpPr/>
          <p:nvPr/>
        </p:nvCxnSpPr>
        <p:spPr>
          <a:xfrm>
            <a:off x="576118" y="5485435"/>
            <a:ext cx="0" cy="7352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596AA5A-2F1C-D048-DA9B-48F5DFF2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F756DA-1556-0357-DD8A-16C69FEFB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949" y="3197464"/>
            <a:ext cx="1444301" cy="153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870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512CD-78C6-3DF2-778E-B7492460A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D9C0B8-9209-EE63-223F-B140540CF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1931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ea typeface="Gotham Light"/>
              </a:rPr>
              <a:t>Local Implementation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CD59A1F-0116-0209-E300-559E82639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4"/>
            <a:ext cx="11277600" cy="48266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Gotham Black"/>
                <a:ea typeface="Gotham Light"/>
              </a:rPr>
              <a:t>Mandatory Local Market Addendum</a:t>
            </a:r>
          </a:p>
          <a:p>
            <a:pPr marL="0" indent="0">
              <a:buNone/>
            </a:pPr>
            <a:r>
              <a:rPr lang="en-US" sz="2400" i="1" dirty="0">
                <a:latin typeface="Gotham Black"/>
                <a:ea typeface="Gotham Light"/>
              </a:rPr>
              <a:t>(1–2 pages per market)</a:t>
            </a:r>
            <a:endParaRPr lang="en-US" sz="2400" dirty="0">
              <a:latin typeface="Gotham Black"/>
              <a:ea typeface="Gotham Light"/>
            </a:endParaRPr>
          </a:p>
          <a:p>
            <a:pPr marL="0" indent="0">
              <a:buNone/>
            </a:pPr>
            <a:endParaRPr lang="sk-SK" sz="2400" dirty="0">
              <a:latin typeface="Montserrat" panose="00000500000000000000" pitchFamily="2" charset="0"/>
              <a:ea typeface="Gotham Light"/>
            </a:endParaRPr>
          </a:p>
          <a:p>
            <a:pPr marL="0" indent="0">
              <a:buNone/>
            </a:pPr>
            <a:r>
              <a:rPr lang="en-US" sz="2400" dirty="0">
                <a:latin typeface="Gotham Black"/>
                <a:ea typeface="Gotham Light"/>
              </a:rPr>
              <a:t>Each market must deliver a short addendum that defines </a:t>
            </a:r>
            <a:r>
              <a:rPr lang="en-US" sz="2400" b="1" dirty="0">
                <a:latin typeface="Gotham Black"/>
                <a:ea typeface="Gotham Light"/>
              </a:rPr>
              <a:t>what “local relevance” means in practice</a:t>
            </a:r>
            <a:r>
              <a:rPr lang="en-US" sz="2400" dirty="0">
                <a:latin typeface="Gotham Black"/>
                <a:ea typeface="Gotham Light"/>
              </a:rPr>
              <a:t> for VOYO in that market.</a:t>
            </a:r>
          </a:p>
          <a:p>
            <a:pPr marL="0" indent="0">
              <a:buNone/>
            </a:pPr>
            <a:r>
              <a:rPr lang="en-US" sz="2400" dirty="0">
                <a:latin typeface="Gotham Black"/>
                <a:ea typeface="Gotham Light"/>
              </a:rPr>
              <a:t>This addendum is inserted into the umbrella Brand Bible.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51A543C-55AD-70C2-F29A-A6E90928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9885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CD0F0B7A-3B01-205A-FE5E-B54E6A434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Gotham Black"/>
              </a:rPr>
              <a:t>What each market must deliver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5464BD9-24C4-AB5A-0699-1F8902B06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sk-SK" sz="1600" b="1" dirty="0">
                <a:latin typeface="Gotham Black"/>
              </a:rPr>
              <a:t>1. </a:t>
            </a:r>
            <a:r>
              <a:rPr lang="en-US" sz="1600" b="1" dirty="0">
                <a:latin typeface="Gotham Black"/>
              </a:rPr>
              <a:t>Local relevance definition</a:t>
            </a:r>
            <a:r>
              <a:rPr lang="en-US" sz="1600" dirty="0">
                <a:latin typeface="Gotham Black"/>
              </a:rPr>
              <a:t> </a:t>
            </a:r>
            <a:r>
              <a:rPr lang="en-US" sz="1600" i="1" dirty="0">
                <a:latin typeface="Gotham Black"/>
              </a:rPr>
              <a:t>(1 paragraph)</a:t>
            </a:r>
            <a:endParaRPr lang="sk-SK" sz="1600" i="1" dirty="0">
              <a:latin typeface="Gotham Black"/>
            </a:endParaRPr>
          </a:p>
          <a:p>
            <a:pPr marL="0" indent="0">
              <a:buNone/>
            </a:pPr>
            <a:r>
              <a:rPr lang="en-US" sz="1600" dirty="0">
                <a:latin typeface="Gotham Black"/>
              </a:rPr>
              <a:t>Explain </a:t>
            </a:r>
            <a:r>
              <a:rPr lang="en-US" sz="1600" b="1" dirty="0">
                <a:latin typeface="Gotham Black"/>
              </a:rPr>
              <a:t>what makes </a:t>
            </a:r>
            <a:r>
              <a:rPr lang="en-US" sz="1600" b="1" dirty="0" err="1">
                <a:latin typeface="Gotham Black"/>
              </a:rPr>
              <a:t>VOYO</a:t>
            </a:r>
            <a:r>
              <a:rPr lang="en-US" sz="1600" b="1" dirty="0">
                <a:latin typeface="Gotham Black"/>
              </a:rPr>
              <a:t> feel like “our service”</a:t>
            </a:r>
            <a:r>
              <a:rPr lang="en-US" sz="1600" dirty="0">
                <a:latin typeface="Gotham Black"/>
              </a:rPr>
              <a:t> in this market.</a:t>
            </a:r>
            <a:br>
              <a:rPr lang="en-US" sz="1600" dirty="0">
                <a:latin typeface="Gotham Black"/>
              </a:rPr>
            </a:br>
            <a:r>
              <a:rPr lang="en-US" sz="1600" dirty="0">
                <a:latin typeface="Gotham Black"/>
              </a:rPr>
              <a:t>Built on local culture, habits, and shared viewing moments.</a:t>
            </a:r>
            <a:endParaRPr lang="sk-SK" sz="1600" dirty="0">
              <a:latin typeface="Gotham Black"/>
            </a:endParaRPr>
          </a:p>
          <a:p>
            <a:pPr marL="514350" indent="-514350">
              <a:buAutoNum type="arabicPeriod"/>
            </a:pPr>
            <a:endParaRPr lang="en-US" sz="1600" dirty="0">
              <a:latin typeface="Gotham Black"/>
            </a:endParaRPr>
          </a:p>
          <a:p>
            <a:pPr marL="0" indent="0">
              <a:buNone/>
            </a:pPr>
            <a:r>
              <a:rPr lang="en-US" sz="1600" b="1" dirty="0">
                <a:latin typeface="Gotham Black"/>
              </a:rPr>
              <a:t>2. Local expression in [MARKET]</a:t>
            </a:r>
            <a:endParaRPr lang="sk-SK" sz="1600" b="1" dirty="0">
              <a:latin typeface="Gotham Black"/>
            </a:endParaRPr>
          </a:p>
          <a:p>
            <a:pPr marL="0" indent="0">
              <a:buNone/>
            </a:pPr>
            <a:r>
              <a:rPr lang="en-US" sz="1600" dirty="0">
                <a:latin typeface="Gotham Black"/>
              </a:rPr>
              <a:t>How local relevance shows up in:</a:t>
            </a:r>
          </a:p>
          <a:p>
            <a:r>
              <a:rPr lang="en-US" sz="1600" dirty="0">
                <a:latin typeface="Gotham Black"/>
              </a:rPr>
              <a:t>content</a:t>
            </a:r>
          </a:p>
          <a:p>
            <a:r>
              <a:rPr lang="en-US" sz="1600" dirty="0">
                <a:latin typeface="Gotham Black"/>
              </a:rPr>
              <a:t>tone &amp; language</a:t>
            </a:r>
          </a:p>
          <a:p>
            <a:r>
              <a:rPr lang="en-US" sz="1600" dirty="0">
                <a:latin typeface="Gotham Black"/>
              </a:rPr>
              <a:t>viewing </a:t>
            </a:r>
            <a:r>
              <a:rPr lang="en-US" sz="1600" dirty="0" err="1">
                <a:latin typeface="Gotham Black"/>
              </a:rPr>
              <a:t>behaviour</a:t>
            </a:r>
            <a:endParaRPr lang="sk-SK" sz="1600" b="1" dirty="0">
              <a:latin typeface="Gotham Black"/>
            </a:endParaRPr>
          </a:p>
          <a:p>
            <a:pPr marL="0" indent="0">
              <a:buNone/>
            </a:pPr>
            <a:endParaRPr lang="sk-SK" sz="1600" b="1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F2E36569-C1FB-1C46-A98C-D51BCE72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A70B1A1F-115B-2E69-A671-16AFCDAF0E36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707188" y="1825625"/>
            <a:ext cx="5484812" cy="3708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latin typeface="Gotham Black"/>
              </a:rPr>
              <a:t>3. Brand promise (</a:t>
            </a:r>
            <a:r>
              <a:rPr lang="en-US" sz="1600" b="1" dirty="0" err="1">
                <a:latin typeface="Gotham Black"/>
              </a:rPr>
              <a:t>localised</a:t>
            </a:r>
            <a:r>
              <a:rPr lang="en-US" sz="1600" b="1" dirty="0">
                <a:latin typeface="Gotham Black"/>
              </a:rPr>
              <a:t>)</a:t>
            </a:r>
            <a:r>
              <a:rPr lang="en-US" sz="1600" dirty="0">
                <a:latin typeface="Gotham Black"/>
              </a:rPr>
              <a:t> </a:t>
            </a:r>
            <a:r>
              <a:rPr lang="en-US" sz="1600" i="1" dirty="0">
                <a:latin typeface="Gotham Black"/>
              </a:rPr>
              <a:t>(1 sentence)</a:t>
            </a:r>
            <a:br>
              <a:rPr lang="en-US" sz="1600" dirty="0">
                <a:latin typeface="Gotham Black"/>
              </a:rPr>
            </a:br>
            <a:r>
              <a:rPr lang="en-US" sz="1600" dirty="0">
                <a:latin typeface="Gotham Black"/>
              </a:rPr>
              <a:t>A clear, local version of the master positioning statement.</a:t>
            </a:r>
          </a:p>
          <a:p>
            <a:pPr marL="0" indent="0">
              <a:buNone/>
            </a:pPr>
            <a:endParaRPr lang="sk-SK" sz="1600" b="1" dirty="0">
              <a:latin typeface="Gotham Black"/>
            </a:endParaRPr>
          </a:p>
          <a:p>
            <a:pPr marL="0" indent="0">
              <a:buNone/>
            </a:pPr>
            <a:r>
              <a:rPr lang="en-US" sz="1600" b="1" dirty="0">
                <a:latin typeface="Gotham Black"/>
              </a:rPr>
              <a:t>4. Proof points</a:t>
            </a:r>
            <a:r>
              <a:rPr lang="en-US" sz="1600" dirty="0">
                <a:latin typeface="Gotham Black"/>
              </a:rPr>
              <a:t> </a:t>
            </a:r>
            <a:r>
              <a:rPr lang="en-US" sz="1600" i="1" dirty="0">
                <a:latin typeface="Gotham Black"/>
              </a:rPr>
              <a:t>(min. 6)</a:t>
            </a:r>
            <a:endParaRPr lang="en-US" sz="1600" dirty="0">
              <a:latin typeface="Gotham Black"/>
            </a:endParaRPr>
          </a:p>
          <a:p>
            <a:r>
              <a:rPr lang="en-US" sz="1600" dirty="0">
                <a:latin typeface="Gotham Black"/>
              </a:rPr>
              <a:t>2x content</a:t>
            </a:r>
          </a:p>
          <a:p>
            <a:r>
              <a:rPr lang="en-US" sz="1600" dirty="0">
                <a:latin typeface="Gotham Black"/>
              </a:rPr>
              <a:t>2x product / </a:t>
            </a:r>
            <a:r>
              <a:rPr lang="en-US" sz="1600" dirty="0" err="1">
                <a:latin typeface="Gotham Black"/>
              </a:rPr>
              <a:t>UX</a:t>
            </a:r>
            <a:endParaRPr lang="en-US" sz="1600" dirty="0">
              <a:latin typeface="Gotham Black"/>
            </a:endParaRPr>
          </a:p>
          <a:p>
            <a:r>
              <a:rPr lang="en-US" sz="1600" dirty="0">
                <a:latin typeface="Gotham Black"/>
              </a:rPr>
              <a:t>1x value</a:t>
            </a:r>
          </a:p>
          <a:p>
            <a:r>
              <a:rPr lang="en-US" sz="1600" dirty="0">
                <a:latin typeface="Gotham Black"/>
              </a:rPr>
              <a:t>1x care / CRM</a:t>
            </a:r>
            <a:endParaRPr lang="sk-SK" sz="1600" dirty="0">
              <a:latin typeface="Gotham Black"/>
            </a:endParaRPr>
          </a:p>
          <a:p>
            <a:endParaRPr lang="en-US" sz="1600" dirty="0">
              <a:latin typeface="Gotham Black"/>
            </a:endParaRPr>
          </a:p>
          <a:p>
            <a:pPr marL="0" indent="0">
              <a:buNone/>
            </a:pPr>
            <a:r>
              <a:rPr lang="en-US" sz="1600" b="1" dirty="0">
                <a:latin typeface="Gotham Black"/>
              </a:rPr>
              <a:t>5. Do / Don’t</a:t>
            </a:r>
            <a:r>
              <a:rPr lang="en-US" sz="1600" dirty="0">
                <a:latin typeface="Gotham Black"/>
              </a:rPr>
              <a:t> </a:t>
            </a:r>
            <a:r>
              <a:rPr lang="en-US" sz="1600" i="1" dirty="0">
                <a:latin typeface="Gotham Black"/>
              </a:rPr>
              <a:t>(min. 5 + 5)</a:t>
            </a:r>
            <a:br>
              <a:rPr lang="en-US" sz="1600" dirty="0">
                <a:latin typeface="Gotham Black"/>
              </a:rPr>
            </a:br>
            <a:r>
              <a:rPr lang="en-US" sz="1600" dirty="0">
                <a:latin typeface="Gotham Black"/>
              </a:rPr>
              <a:t>Clear execution rules that protect local relevance.</a:t>
            </a:r>
            <a:br>
              <a:rPr lang="en-US" sz="1600" dirty="0">
                <a:latin typeface="Gotham Black"/>
              </a:rPr>
            </a:br>
            <a:endParaRPr lang="en-US" sz="1600" dirty="0">
              <a:latin typeface="Gotham Black"/>
            </a:endParaRPr>
          </a:p>
          <a:p>
            <a:endParaRPr lang="sk-SK" sz="1600" dirty="0">
              <a:latin typeface="Gotham Black"/>
            </a:endParaRP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E9239362-305D-F74B-F1C8-E486F6108E15}"/>
              </a:ext>
            </a:extLst>
          </p:cNvPr>
          <p:cNvSpPr txBox="1"/>
          <p:nvPr/>
        </p:nvSpPr>
        <p:spPr>
          <a:xfrm>
            <a:off x="1253067" y="5799887"/>
            <a:ext cx="9685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KEY RULE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If these elements are missing,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 stops feeling local in this market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.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9719692B-7037-3FDF-3AA6-9B98B80E5371}"/>
              </a:ext>
            </a:extLst>
          </p:cNvPr>
          <p:cNvSpPr txBox="1"/>
          <p:nvPr/>
        </p:nvSpPr>
        <p:spPr>
          <a:xfrm rot="877190">
            <a:off x="7286988" y="444740"/>
            <a:ext cx="2743200" cy="715089"/>
          </a:xfrm>
          <a:prstGeom prst="roundRect">
            <a:avLst/>
          </a:prstGeom>
          <a:noFill/>
          <a:ln w="60325" cmpd="tri">
            <a:gradFill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5400000" scaled="1"/>
            </a:gra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800" b="0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TEMPLATE SLIDE FOR EACH MARKET</a:t>
            </a:r>
          </a:p>
        </p:txBody>
      </p:sp>
    </p:spTree>
    <p:extLst>
      <p:ext uri="{BB962C8B-B14F-4D97-AF65-F5344CB8AC3E}">
        <p14:creationId xmlns:p14="http://schemas.microsoft.com/office/powerpoint/2010/main" val="2635467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715314-F9C8-0639-24F4-ED217878A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8384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latin typeface="Gotham Black"/>
              </a:rPr>
              <a:t>Local relevance — [MARKET]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A78FF13-19CE-F6D5-F88F-B1C08D476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4"/>
            <a:ext cx="11277600" cy="482663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Gotham Black"/>
              </a:rPr>
              <a:t>What makes </a:t>
            </a:r>
            <a:r>
              <a:rPr lang="en-US" b="1" dirty="0" err="1">
                <a:latin typeface="Gotham Black"/>
              </a:rPr>
              <a:t>VOYO</a:t>
            </a:r>
            <a:r>
              <a:rPr lang="en-US" b="1" dirty="0">
                <a:latin typeface="Gotham Black"/>
              </a:rPr>
              <a:t> feel like “our service” here</a:t>
            </a:r>
          </a:p>
          <a:p>
            <a:pPr marL="0" indent="0">
              <a:buNone/>
            </a:pPr>
            <a:r>
              <a:rPr lang="en-US" sz="1800" b="1" dirty="0">
                <a:latin typeface="Gotham Black"/>
              </a:rPr>
              <a:t>One-sentence local definition</a:t>
            </a:r>
            <a:endParaRPr lang="en-US" sz="1800" dirty="0">
              <a:latin typeface="Gotham Black"/>
            </a:endParaRPr>
          </a:p>
          <a:p>
            <a:pPr marL="0" indent="0">
              <a:buNone/>
            </a:pPr>
            <a:r>
              <a:rPr lang="en-US" sz="2900" dirty="0">
                <a:solidFill>
                  <a:srgbClr val="FFFBB1"/>
                </a:solidFill>
                <a:latin typeface="Gotham Black"/>
              </a:rPr>
              <a:t>In </a:t>
            </a:r>
            <a:r>
              <a:rPr lang="en-US" sz="2900" b="1" dirty="0">
                <a:solidFill>
                  <a:srgbClr val="FFFBB1"/>
                </a:solidFill>
                <a:latin typeface="Gotham Black"/>
              </a:rPr>
              <a:t>[MARKET]</a:t>
            </a:r>
            <a:r>
              <a:rPr lang="en-US" sz="2900" dirty="0">
                <a:solidFill>
                  <a:srgbClr val="FFFBB1"/>
                </a:solidFill>
                <a:latin typeface="Gotham Black"/>
              </a:rPr>
              <a:t>, </a:t>
            </a:r>
            <a:r>
              <a:rPr lang="en-US" sz="2900" dirty="0" err="1">
                <a:solidFill>
                  <a:srgbClr val="FFFBB1"/>
                </a:solidFill>
                <a:latin typeface="Gotham Black"/>
              </a:rPr>
              <a:t>VOYO</a:t>
            </a:r>
            <a:r>
              <a:rPr lang="en-US" sz="2900" dirty="0">
                <a:solidFill>
                  <a:srgbClr val="FFFBB1"/>
                </a:solidFill>
                <a:latin typeface="Gotham Black"/>
              </a:rPr>
              <a:t> feels like </a:t>
            </a:r>
            <a:r>
              <a:rPr lang="en-US" sz="2900" i="1" dirty="0">
                <a:solidFill>
                  <a:srgbClr val="FFFBB1"/>
                </a:solidFill>
                <a:latin typeface="Gotham Black"/>
              </a:rPr>
              <a:t>our service</a:t>
            </a:r>
            <a:r>
              <a:rPr lang="en-US" sz="2900" dirty="0">
                <a:solidFill>
                  <a:srgbClr val="FFFBB1"/>
                </a:solidFill>
                <a:latin typeface="Gotham Black"/>
              </a:rPr>
              <a:t> because </a:t>
            </a:r>
            <a:r>
              <a:rPr lang="en-US" sz="2900" b="1" dirty="0">
                <a:solidFill>
                  <a:srgbClr val="FFFBB1"/>
                </a:solidFill>
                <a:latin typeface="Gotham Black"/>
              </a:rPr>
              <a:t>[key cultural truth]</a:t>
            </a:r>
            <a:r>
              <a:rPr lang="en-US" sz="2900" dirty="0">
                <a:solidFill>
                  <a:srgbClr val="FFFBB1"/>
                </a:solidFill>
                <a:latin typeface="Gotham Black"/>
              </a:rPr>
              <a:t>, expressed through </a:t>
            </a:r>
            <a:r>
              <a:rPr lang="en-US" sz="2900" b="1" dirty="0">
                <a:solidFill>
                  <a:srgbClr val="FFFBB1"/>
                </a:solidFill>
                <a:latin typeface="Gotham Black"/>
              </a:rPr>
              <a:t>[shared viewing moment]</a:t>
            </a:r>
            <a:r>
              <a:rPr lang="en-US" sz="2900" dirty="0">
                <a:solidFill>
                  <a:srgbClr val="FFFBB1"/>
                </a:solidFill>
                <a:latin typeface="Gotham Black"/>
              </a:rPr>
              <a:t>.</a:t>
            </a:r>
            <a:endParaRPr lang="sk-SK" sz="2900" dirty="0">
              <a:solidFill>
                <a:srgbClr val="FFFBB1"/>
              </a:solidFill>
              <a:latin typeface="Gotham Black"/>
            </a:endParaRPr>
          </a:p>
          <a:p>
            <a:endParaRPr lang="sk-SK" dirty="0">
              <a:latin typeface="Gotham Black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DB9E0A"/>
                </a:solidFill>
                <a:latin typeface="Gotham Black"/>
              </a:rPr>
              <a:t>LOCAL RELEVANCE SHOWS UP IN:</a:t>
            </a:r>
          </a:p>
          <a:p>
            <a:r>
              <a:rPr lang="en-US" b="1" dirty="0">
                <a:latin typeface="Gotham Black"/>
              </a:rPr>
              <a:t>Content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[local genres / formats / faces]</a:t>
            </a:r>
          </a:p>
          <a:p>
            <a:r>
              <a:rPr lang="en-US" b="1" dirty="0">
                <a:latin typeface="Gotham Black"/>
              </a:rPr>
              <a:t>Tone &amp; language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[how we speak, </a:t>
            </a:r>
            <a:r>
              <a:rPr lang="en-US" dirty="0" err="1">
                <a:latin typeface="Gotham Black"/>
              </a:rPr>
              <a:t>humour</a:t>
            </a:r>
            <a:r>
              <a:rPr lang="en-US" dirty="0">
                <a:latin typeface="Gotham Black"/>
              </a:rPr>
              <a:t>, emotional register]</a:t>
            </a:r>
          </a:p>
          <a:p>
            <a:r>
              <a:rPr lang="en-US" b="1" dirty="0">
                <a:latin typeface="Gotham Black"/>
              </a:rPr>
              <a:t>Viewing </a:t>
            </a:r>
            <a:r>
              <a:rPr lang="en-US" b="1" dirty="0" err="1">
                <a:latin typeface="Gotham Black"/>
              </a:rPr>
              <a:t>behaviour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[when, how, with whom people watch]</a:t>
            </a:r>
            <a:endParaRPr lang="sk-SK" dirty="0">
              <a:latin typeface="Gotham Black"/>
            </a:endParaRPr>
          </a:p>
          <a:p>
            <a:endParaRPr lang="sk-SK" dirty="0">
              <a:latin typeface="Gotham Black"/>
            </a:endParaRPr>
          </a:p>
          <a:p>
            <a:pPr marL="0" indent="0">
              <a:buNone/>
            </a:pPr>
            <a:r>
              <a:rPr lang="en-US" b="1" dirty="0">
                <a:latin typeface="Gotham Black"/>
              </a:rPr>
              <a:t>Local “non-negotiable”</a:t>
            </a:r>
          </a:p>
          <a:p>
            <a:r>
              <a:rPr lang="en-US" dirty="0">
                <a:latin typeface="Gotham Black"/>
              </a:rPr>
              <a:t>If this is missing, </a:t>
            </a:r>
            <a:r>
              <a:rPr lang="en-US" dirty="0" err="1">
                <a:latin typeface="Gotham Black"/>
              </a:rPr>
              <a:t>VOYO</a:t>
            </a:r>
            <a:r>
              <a:rPr lang="en-US" dirty="0">
                <a:latin typeface="Gotham Black"/>
              </a:rPr>
              <a:t> stops feeling local in </a:t>
            </a:r>
            <a:r>
              <a:rPr lang="en-US" b="1" dirty="0">
                <a:latin typeface="Gotham Black"/>
              </a:rPr>
              <a:t>[MARKET]</a:t>
            </a:r>
            <a:r>
              <a:rPr lang="en-US" dirty="0">
                <a:latin typeface="Gotham Black"/>
              </a:rPr>
              <a:t>.</a:t>
            </a:r>
          </a:p>
          <a:p>
            <a:endParaRPr lang="sk-SK" dirty="0">
              <a:latin typeface="Gotham Black"/>
            </a:endParaRPr>
          </a:p>
          <a:p>
            <a:pPr marL="0" indent="0">
              <a:buNone/>
            </a:pPr>
            <a:r>
              <a:rPr lang="en-US" b="1" dirty="0">
                <a:latin typeface="Gotham Black"/>
              </a:rPr>
              <a:t>Quick check</a:t>
            </a:r>
          </a:p>
          <a:p>
            <a:r>
              <a:rPr lang="en-US" i="1" dirty="0">
                <a:latin typeface="Gotham Black"/>
              </a:rPr>
              <a:t>Would people naturally say:</a:t>
            </a:r>
            <a:r>
              <a:rPr lang="sk-SK" i="1" dirty="0">
                <a:latin typeface="Gotham Black"/>
              </a:rPr>
              <a:t> </a:t>
            </a:r>
            <a:r>
              <a:rPr lang="en-US" dirty="0">
                <a:latin typeface="Gotham Black"/>
              </a:rPr>
              <a:t>“Let’s watch it on </a:t>
            </a:r>
            <a:r>
              <a:rPr lang="en-US" dirty="0" err="1">
                <a:latin typeface="Gotham Black"/>
              </a:rPr>
              <a:t>VOYO</a:t>
            </a:r>
            <a:r>
              <a:rPr lang="en-US" dirty="0">
                <a:latin typeface="Gotham Black"/>
              </a:rPr>
              <a:t>.”</a:t>
            </a: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E687FB85-5DEC-D35D-7B08-BB6EFA64CC6B}"/>
              </a:ext>
            </a:extLst>
          </p:cNvPr>
          <p:cNvSpPr txBox="1"/>
          <p:nvPr/>
        </p:nvSpPr>
        <p:spPr>
          <a:xfrm rot="877190">
            <a:off x="7286988" y="444740"/>
            <a:ext cx="2743200" cy="715089"/>
          </a:xfrm>
          <a:prstGeom prst="roundRect">
            <a:avLst/>
          </a:prstGeom>
          <a:noFill/>
          <a:ln w="60325" cmpd="tri">
            <a:gradFill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5400000" scaled="1"/>
            </a:gra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800" b="0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TEMPLATE SLIDE FOR EACH MARKET</a:t>
            </a:r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1284CFDE-1245-F560-2B59-769C7D29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41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0BE7AA-38C2-6A47-4267-A3BF941F143E}"/>
              </a:ext>
            </a:extLst>
          </p:cNvPr>
          <p:cNvSpPr/>
          <p:nvPr/>
        </p:nvSpPr>
        <p:spPr>
          <a:xfrm rot="5400000">
            <a:off x="6667929" y="1143328"/>
            <a:ext cx="4560367" cy="5704227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FD5508-7D02-09AA-1E71-680F36B3D0D0}"/>
              </a:ext>
            </a:extLst>
          </p:cNvPr>
          <p:cNvSpPr/>
          <p:nvPr/>
        </p:nvSpPr>
        <p:spPr>
          <a:xfrm rot="5400000">
            <a:off x="853634" y="1253395"/>
            <a:ext cx="4560369" cy="5484092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3DCBFCD-4507-5693-DEB2-32D70BF28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985243"/>
            <a:ext cx="10960966" cy="649288"/>
          </a:xfrm>
        </p:spPr>
        <p:txBody>
          <a:bodyPr>
            <a:noAutofit/>
          </a:bodyPr>
          <a:lstStyle/>
          <a:p>
            <a:r>
              <a:rPr lang="en-US" sz="4000" dirty="0">
                <a:latin typeface="Gotham Black"/>
              </a:rPr>
              <a:t>What is </a:t>
            </a:r>
            <a:r>
              <a:rPr lang="en-US" sz="4000" dirty="0" err="1">
                <a:latin typeface="Gotham Black"/>
              </a:rPr>
              <a:t>localised</a:t>
            </a:r>
            <a:r>
              <a:rPr lang="en-US" sz="4000" dirty="0">
                <a:latin typeface="Gotham Black"/>
              </a:rPr>
              <a:t> – and what is not</a:t>
            </a:r>
            <a:r>
              <a:rPr lang="en-US" sz="4000" i="1" dirty="0">
                <a:latin typeface="Gotham Black"/>
              </a:rPr>
              <a:t> </a:t>
            </a:r>
            <a:r>
              <a:rPr lang="en-US" sz="1100" i="1" dirty="0">
                <a:latin typeface="Gotham Black"/>
              </a:rPr>
              <a:t>(rules for the umbrella Brand Bible)</a:t>
            </a:r>
            <a:endParaRPr lang="sk-SK" sz="3600" dirty="0">
              <a:latin typeface="Gotham Black"/>
            </a:endParaRPr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80082502-7A45-F84B-D283-0704C4DF49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Gotham Black"/>
              </a:rPr>
              <a:t>🔒 </a:t>
            </a:r>
            <a:r>
              <a:rPr lang="en-US" sz="1400" b="1" dirty="0">
                <a:solidFill>
                  <a:srgbClr val="DB9E0A"/>
                </a:solidFill>
                <a:latin typeface="Gotham Black"/>
              </a:rPr>
              <a:t>UNCHANGING (UMBRELLA)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Gotham Black"/>
              </a:rPr>
              <a:t>These elements are fixed and apply across all markets. They must not be rewritten</a:t>
            </a:r>
            <a:endParaRPr lang="en-US" sz="14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latin typeface="Gotham Black"/>
              </a:rPr>
              <a:t>Brand essence, purpose &amp; positioning</a:t>
            </a:r>
            <a:endParaRPr lang="en-US" sz="14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latin typeface="Gotham Black"/>
              </a:rPr>
              <a:t>Core tone of voice principles</a:t>
            </a:r>
            <a:br>
              <a:rPr lang="en-US" sz="1400" dirty="0">
                <a:latin typeface="Gotham Black"/>
              </a:rPr>
            </a:br>
            <a:r>
              <a:rPr lang="en-US" sz="1400" i="1" dirty="0">
                <a:latin typeface="Gotham Black"/>
              </a:rPr>
              <a:t>(familiar, confident, locally fluent)</a:t>
            </a:r>
            <a:endParaRPr lang="en-US" sz="14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latin typeface="Gotham Black"/>
              </a:rPr>
              <a:t>Execution principles</a:t>
            </a:r>
            <a:br>
              <a:rPr lang="en-US" sz="1400" dirty="0">
                <a:latin typeface="Gotham Black"/>
              </a:rPr>
            </a:br>
            <a:r>
              <a:rPr lang="en-US" sz="1400" i="1" dirty="0">
                <a:latin typeface="Gotham Black"/>
              </a:rPr>
              <a:t>(ease, moments that matter, local fluency, fair value)</a:t>
            </a:r>
            <a:endParaRPr lang="en-US" sz="14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latin typeface="Gotham Black"/>
              </a:rPr>
              <a:t>VOYO visual identity system</a:t>
            </a:r>
            <a:br>
              <a:rPr lang="en-US" sz="1400" dirty="0">
                <a:latin typeface="Gotham Black"/>
              </a:rPr>
            </a:br>
            <a:r>
              <a:rPr lang="en-US" sz="1400" i="1" dirty="0">
                <a:latin typeface="Gotham Black"/>
              </a:rPr>
              <a:t>(logo, </a:t>
            </a:r>
            <a:r>
              <a:rPr lang="en-US" sz="1400" i="1" dirty="0" err="1">
                <a:latin typeface="Gotham Black"/>
              </a:rPr>
              <a:t>colour</a:t>
            </a:r>
            <a:r>
              <a:rPr lang="en-US" sz="1400" i="1" dirty="0">
                <a:latin typeface="Gotham Black"/>
              </a:rPr>
              <a:t>, typography, design rules)</a:t>
            </a:r>
            <a:endParaRPr lang="en-US" sz="14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latin typeface="Gotham Black"/>
              </a:rPr>
              <a:t>The core promise of VOYO</a:t>
            </a:r>
            <a:br>
              <a:rPr lang="en-US" sz="1400" dirty="0">
                <a:latin typeface="Gotham Black"/>
              </a:rPr>
            </a:br>
            <a:r>
              <a:rPr lang="en-US" sz="1400" i="1" dirty="0">
                <a:latin typeface="Gotham Black"/>
              </a:rPr>
              <a:t>(streaming that fits the viewer’s world)</a:t>
            </a:r>
            <a:endParaRPr lang="en-US" sz="1400" dirty="0">
              <a:latin typeface="Gotham Black"/>
            </a:endParaRP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2F05B5BD-2DCE-54F3-30DC-538AB1CFFA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Gotham Black"/>
              </a:rPr>
              <a:t>🔓 </a:t>
            </a:r>
            <a:r>
              <a:rPr lang="en-US" sz="1400" b="1" dirty="0">
                <a:solidFill>
                  <a:srgbClr val="DB9E0A"/>
                </a:solidFill>
                <a:latin typeface="Gotham Black"/>
              </a:rPr>
              <a:t>MANDATORILY LOCALISED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Gotham Black"/>
              </a:rPr>
              <a:t>These elements must be adapted market by market to feel truly “from here”</a:t>
            </a:r>
            <a:endParaRPr lang="en-US" sz="14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latin typeface="Gotham Black"/>
              </a:rPr>
              <a:t>Local hero content, talent &amp; cultural references</a:t>
            </a:r>
            <a:endParaRPr lang="en-US" sz="14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latin typeface="Gotham Black"/>
              </a:rPr>
              <a:t>Viewing rituals &amp; shared moments</a:t>
            </a:r>
            <a:br>
              <a:rPr lang="en-US" sz="1400" dirty="0">
                <a:latin typeface="Gotham Black"/>
              </a:rPr>
            </a:br>
            <a:r>
              <a:rPr lang="en-US" sz="1400" i="1" dirty="0">
                <a:latin typeface="Gotham Black"/>
              </a:rPr>
              <a:t>(e.g. reality nights, derby matches, family weekends)</a:t>
            </a:r>
            <a:endParaRPr lang="en-US" sz="14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latin typeface="Gotham Black"/>
              </a:rPr>
              <a:t>Local language, </a:t>
            </a:r>
            <a:r>
              <a:rPr lang="en-US" sz="1400" b="1" dirty="0" err="1">
                <a:latin typeface="Gotham Black"/>
              </a:rPr>
              <a:t>humour</a:t>
            </a:r>
            <a:r>
              <a:rPr lang="en-US" sz="1400" b="1" dirty="0">
                <a:latin typeface="Gotham Black"/>
              </a:rPr>
              <a:t> &amp; emotional nuance</a:t>
            </a:r>
            <a:endParaRPr lang="en-US" sz="14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latin typeface="Gotham Black"/>
              </a:rPr>
              <a:t>Market-specific value proof</a:t>
            </a:r>
            <a:br>
              <a:rPr lang="en-US" sz="1400" dirty="0">
                <a:latin typeface="Gotham Black"/>
              </a:rPr>
            </a:br>
            <a:r>
              <a:rPr lang="en-US" sz="1400" i="1" dirty="0">
                <a:latin typeface="Gotham Black"/>
              </a:rPr>
              <a:t>(why VOYO is worth paying for locally)</a:t>
            </a:r>
            <a:endParaRPr lang="en-US" sz="14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latin typeface="Gotham Black"/>
              </a:rPr>
              <a:t>Customer care &amp; CRM tone in the local voice</a:t>
            </a:r>
            <a:endParaRPr lang="en-US" sz="1400" dirty="0">
              <a:latin typeface="Gotham Black"/>
            </a:endParaRP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25FC149C-286D-8EB1-13B0-C8C91BDD7F1D}"/>
              </a:ext>
            </a:extLst>
          </p:cNvPr>
          <p:cNvSpPr txBox="1"/>
          <p:nvPr/>
        </p:nvSpPr>
        <p:spPr>
          <a:xfrm>
            <a:off x="535709" y="582375"/>
            <a:ext cx="8548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FRAMEWORK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39613F5C-2D7E-D45A-F895-A47047325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549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smtClean="0">
            <a:solidFill>
              <a:schemeClr val="bg1"/>
            </a:solidFill>
            <a:latin typeface="Gotham Book" panose="02000604040000020004" pitchFamily="50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bbb06d7-dc84-41cf-a936-1e85ffed1c67}" enabled="1" method="Standard" siteId="{ac66e848-7cb4-490d-b461-4eb2e62f834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Microsoft Office PowerPoint</Application>
  <PresentationFormat>Widescreen</PresentationFormat>
  <Paragraphs>85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Aptos</vt:lpstr>
      <vt:lpstr>Aptos Display</vt:lpstr>
      <vt:lpstr>Arial</vt:lpstr>
      <vt:lpstr>Gotham Black</vt:lpstr>
      <vt:lpstr>Gotham Book</vt:lpstr>
      <vt:lpstr>Gotham Light</vt:lpstr>
      <vt:lpstr>Montserrat</vt:lpstr>
      <vt:lpstr>Office Theme</vt:lpstr>
      <vt:lpstr>Motív Office</vt:lpstr>
      <vt:lpstr>Chapter 2</vt:lpstr>
      <vt:lpstr>How to apply VOYO positioning across markets</vt:lpstr>
      <vt:lpstr>When VOYO feels like “our service”</vt:lpstr>
      <vt:lpstr>Local Implementation</vt:lpstr>
      <vt:lpstr>What each market must deliver</vt:lpstr>
      <vt:lpstr>Local relevance — [MARKET]</vt:lpstr>
      <vt:lpstr>What is localised – and what is not (rules for the umbrella Brand Bible)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Strýček, Jakub</dc:creator>
  <cp:lastModifiedBy>Strýček, Jakub</cp:lastModifiedBy>
  <cp:revision>1</cp:revision>
  <dcterms:created xsi:type="dcterms:W3CDTF">2026-02-27T05:39:03Z</dcterms:created>
  <dcterms:modified xsi:type="dcterms:W3CDTF">2026-02-27T10:51:00Z</dcterms:modified>
</cp:coreProperties>
</file>