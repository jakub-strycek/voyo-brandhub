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349" r:id="rId3"/>
    <p:sldId id="2147483061" r:id="rId4"/>
    <p:sldId id="347" r:id="rId5"/>
    <p:sldId id="351" r:id="rId6"/>
    <p:sldId id="353" r:id="rId7"/>
    <p:sldId id="369" r:id="rId8"/>
    <p:sldId id="371" r:id="rId9"/>
    <p:sldId id="372" r:id="rId10"/>
    <p:sldId id="373" r:id="rId11"/>
    <p:sldId id="370" r:id="rId12"/>
    <p:sldId id="374" r:id="rId13"/>
    <p:sldId id="2147483062" r:id="rId14"/>
    <p:sldId id="410" r:id="rId15"/>
    <p:sldId id="43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D29FCE-3466-419C-BB2A-C6BC290D55C2}" v="6" dt="2026-02-27T10:50:21.603"/>
    <p1510:client id="{E4ADE19F-5960-43DA-BB9B-11ECF6094AD8}" v="3" dt="2026-02-27T05:37:53.1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rýček, Jakub" userId="0fd0477a-885b-4640-8df6-a47f260f7b47" providerId="ADAL" clId="{642162F9-3CBE-4328-B65F-6EA6B7ABAE33}"/>
    <pc:docChg chg="undo custSel mod addSld delSld modSld delMainMaster modMainMaster">
      <pc:chgData name="Strýček, Jakub" userId="0fd0477a-885b-4640-8df6-a47f260f7b47" providerId="ADAL" clId="{642162F9-3CBE-4328-B65F-6EA6B7ABAE33}" dt="2026-02-27T10:50:21.562" v="15"/>
      <pc:docMkLst>
        <pc:docMk/>
      </pc:docMkLst>
      <pc:sldChg chg="modSp add del mod">
        <pc:chgData name="Strýček, Jakub" userId="0fd0477a-885b-4640-8df6-a47f260f7b47" providerId="ADAL" clId="{642162F9-3CBE-4328-B65F-6EA6B7ABAE33}" dt="2026-02-27T10:50:21.562" v="15"/>
        <pc:sldMkLst>
          <pc:docMk/>
          <pc:sldMk cId="2042911261" sldId="347"/>
        </pc:sldMkLst>
        <pc:spChg chg="mod">
          <ac:chgData name="Strýček, Jakub" userId="0fd0477a-885b-4640-8df6-a47f260f7b47" providerId="ADAL" clId="{642162F9-3CBE-4328-B65F-6EA6B7ABAE33}" dt="2026-02-27T10:50:21.454" v="14"/>
          <ac:spMkLst>
            <pc:docMk/>
            <pc:sldMk cId="2042911261" sldId="347"/>
            <ac:spMk id="2" creationId="{E27A83CA-5779-8E41-8085-91D63DB03CFA}"/>
          </ac:spMkLst>
        </pc:spChg>
      </pc:sldChg>
      <pc:sldChg chg="add del">
        <pc:chgData name="Strýček, Jakub" userId="0fd0477a-885b-4640-8df6-a47f260f7b47" providerId="ADAL" clId="{642162F9-3CBE-4328-B65F-6EA6B7ABAE33}" dt="2026-02-27T10:50:21.562" v="15"/>
        <pc:sldMkLst>
          <pc:docMk/>
          <pc:sldMk cId="3711062220" sldId="349"/>
        </pc:sldMkLst>
      </pc:sldChg>
      <pc:sldChg chg="modSp add del mod">
        <pc:chgData name="Strýček, Jakub" userId="0fd0477a-885b-4640-8df6-a47f260f7b47" providerId="ADAL" clId="{642162F9-3CBE-4328-B65F-6EA6B7ABAE33}" dt="2026-02-27T10:50:21.562" v="15"/>
        <pc:sldMkLst>
          <pc:docMk/>
          <pc:sldMk cId="2458289428" sldId="351"/>
        </pc:sldMkLst>
        <pc:spChg chg="mod">
          <ac:chgData name="Strýček, Jakub" userId="0fd0477a-885b-4640-8df6-a47f260f7b47" providerId="ADAL" clId="{642162F9-3CBE-4328-B65F-6EA6B7ABAE33}" dt="2026-02-27T10:50:21.454" v="14"/>
          <ac:spMkLst>
            <pc:docMk/>
            <pc:sldMk cId="2458289428" sldId="351"/>
            <ac:spMk id="2" creationId="{4C06B82A-3FE9-35F2-B204-C75AA3C3E76C}"/>
          </ac:spMkLst>
        </pc:spChg>
      </pc:sldChg>
      <pc:sldChg chg="add del">
        <pc:chgData name="Strýček, Jakub" userId="0fd0477a-885b-4640-8df6-a47f260f7b47" providerId="ADAL" clId="{642162F9-3CBE-4328-B65F-6EA6B7ABAE33}" dt="2026-02-27T10:50:21.562" v="15"/>
        <pc:sldMkLst>
          <pc:docMk/>
          <pc:sldMk cId="1771584152" sldId="353"/>
        </pc:sldMkLst>
      </pc:sldChg>
      <pc:sldChg chg="add del">
        <pc:chgData name="Strýček, Jakub" userId="0fd0477a-885b-4640-8df6-a47f260f7b47" providerId="ADAL" clId="{642162F9-3CBE-4328-B65F-6EA6B7ABAE33}" dt="2026-02-27T10:50:21.562" v="15"/>
        <pc:sldMkLst>
          <pc:docMk/>
          <pc:sldMk cId="640571351" sldId="369"/>
        </pc:sldMkLst>
      </pc:sldChg>
      <pc:sldChg chg="add del">
        <pc:chgData name="Strýček, Jakub" userId="0fd0477a-885b-4640-8df6-a47f260f7b47" providerId="ADAL" clId="{642162F9-3CBE-4328-B65F-6EA6B7ABAE33}" dt="2026-02-27T10:50:21.562" v="15"/>
        <pc:sldMkLst>
          <pc:docMk/>
          <pc:sldMk cId="1636398401" sldId="370"/>
        </pc:sldMkLst>
      </pc:sldChg>
      <pc:sldChg chg="add del">
        <pc:chgData name="Strýček, Jakub" userId="0fd0477a-885b-4640-8df6-a47f260f7b47" providerId="ADAL" clId="{642162F9-3CBE-4328-B65F-6EA6B7ABAE33}" dt="2026-02-27T10:50:21.562" v="15"/>
        <pc:sldMkLst>
          <pc:docMk/>
          <pc:sldMk cId="1356275754" sldId="371"/>
        </pc:sldMkLst>
      </pc:sldChg>
      <pc:sldChg chg="add del">
        <pc:chgData name="Strýček, Jakub" userId="0fd0477a-885b-4640-8df6-a47f260f7b47" providerId="ADAL" clId="{642162F9-3CBE-4328-B65F-6EA6B7ABAE33}" dt="2026-02-27T10:50:21.562" v="15"/>
        <pc:sldMkLst>
          <pc:docMk/>
          <pc:sldMk cId="668446543" sldId="372"/>
        </pc:sldMkLst>
      </pc:sldChg>
      <pc:sldChg chg="add del">
        <pc:chgData name="Strýček, Jakub" userId="0fd0477a-885b-4640-8df6-a47f260f7b47" providerId="ADAL" clId="{642162F9-3CBE-4328-B65F-6EA6B7ABAE33}" dt="2026-02-27T10:50:21.562" v="15"/>
        <pc:sldMkLst>
          <pc:docMk/>
          <pc:sldMk cId="3703316958" sldId="373"/>
        </pc:sldMkLst>
      </pc:sldChg>
      <pc:sldChg chg="add del">
        <pc:chgData name="Strýček, Jakub" userId="0fd0477a-885b-4640-8df6-a47f260f7b47" providerId="ADAL" clId="{642162F9-3CBE-4328-B65F-6EA6B7ABAE33}" dt="2026-02-27T10:50:21.562" v="15"/>
        <pc:sldMkLst>
          <pc:docMk/>
          <pc:sldMk cId="980209829" sldId="374"/>
        </pc:sldMkLst>
      </pc:sldChg>
      <pc:sldChg chg="add del">
        <pc:chgData name="Strýček, Jakub" userId="0fd0477a-885b-4640-8df6-a47f260f7b47" providerId="ADAL" clId="{642162F9-3CBE-4328-B65F-6EA6B7ABAE33}" dt="2026-02-27T10:50:21.562" v="15"/>
        <pc:sldMkLst>
          <pc:docMk/>
          <pc:sldMk cId="3991411102" sldId="410"/>
        </pc:sldMkLst>
      </pc:sldChg>
      <pc:sldChg chg="add del">
        <pc:chgData name="Strýček, Jakub" userId="0fd0477a-885b-4640-8df6-a47f260f7b47" providerId="ADAL" clId="{642162F9-3CBE-4328-B65F-6EA6B7ABAE33}" dt="2026-02-27T10:50:21.562" v="15"/>
        <pc:sldMkLst>
          <pc:docMk/>
          <pc:sldMk cId="1604664698" sldId="430"/>
        </pc:sldMkLst>
      </pc:sldChg>
      <pc:sldChg chg="add del">
        <pc:chgData name="Strýček, Jakub" userId="0fd0477a-885b-4640-8df6-a47f260f7b47" providerId="ADAL" clId="{642162F9-3CBE-4328-B65F-6EA6B7ABAE33}" dt="2026-02-27T10:50:21.562" v="15"/>
        <pc:sldMkLst>
          <pc:docMk/>
          <pc:sldMk cId="2415964723" sldId="2147483061"/>
        </pc:sldMkLst>
      </pc:sldChg>
      <pc:sldChg chg="add del">
        <pc:chgData name="Strýček, Jakub" userId="0fd0477a-885b-4640-8df6-a47f260f7b47" providerId="ADAL" clId="{642162F9-3CBE-4328-B65F-6EA6B7ABAE33}" dt="2026-02-27T10:50:21.562" v="15"/>
        <pc:sldMkLst>
          <pc:docMk/>
          <pc:sldMk cId="2490162241" sldId="2147483062"/>
        </pc:sldMkLst>
      </pc:sldChg>
      <pc:sldMasterChg chg="addSp mod">
        <pc:chgData name="Strýček, Jakub" userId="0fd0477a-885b-4640-8df6-a47f260f7b47" providerId="ADAL" clId="{642162F9-3CBE-4328-B65F-6EA6B7ABAE33}" dt="2026-02-27T05:37:56.595" v="3" actId="33475"/>
        <pc:sldMasterMkLst>
          <pc:docMk/>
          <pc:sldMasterMk cId="1764742994" sldId="2147483648"/>
        </pc:sldMasterMkLst>
        <pc:spChg chg="add">
          <ac:chgData name="Strýček, Jakub" userId="0fd0477a-885b-4640-8df6-a47f260f7b47" providerId="ADAL" clId="{642162F9-3CBE-4328-B65F-6EA6B7ABAE33}" dt="2026-02-27T05:37:56.595" v="3" actId="33475"/>
          <ac:spMkLst>
            <pc:docMk/>
            <pc:sldMasterMk cId="1764742994" sldId="2147483648"/>
            <ac:spMk id="8" creationId="{5DD19408-96DD-0C43-411E-3D8F907FD2AE}"/>
          </ac:spMkLst>
        </pc:spChg>
      </pc:sldMasterChg>
      <pc:sldMasterChg chg="del delSldLayout">
        <pc:chgData name="Strýček, Jakub" userId="0fd0477a-885b-4640-8df6-a47f260f7b47" providerId="ADAL" clId="{642162F9-3CBE-4328-B65F-6EA6B7ABAE33}" dt="2026-02-27T10:49:59.404" v="9" actId="47"/>
        <pc:sldMasterMkLst>
          <pc:docMk/>
          <pc:sldMasterMk cId="60146676" sldId="2147483660"/>
        </pc:sldMasterMkLst>
        <pc:sldLayoutChg chg="del">
          <pc:chgData name="Strýček, Jakub" userId="0fd0477a-885b-4640-8df6-a47f260f7b47" providerId="ADAL" clId="{642162F9-3CBE-4328-B65F-6EA6B7ABAE33}" dt="2026-02-27T10:49:59.404" v="9" actId="47"/>
          <pc:sldLayoutMkLst>
            <pc:docMk/>
            <pc:sldMasterMk cId="60146676" sldId="2147483660"/>
            <pc:sldLayoutMk cId="1366089827" sldId="2147483661"/>
          </pc:sldLayoutMkLst>
        </pc:sldLayoutChg>
        <pc:sldLayoutChg chg="del">
          <pc:chgData name="Strýček, Jakub" userId="0fd0477a-885b-4640-8df6-a47f260f7b47" providerId="ADAL" clId="{642162F9-3CBE-4328-B65F-6EA6B7ABAE33}" dt="2026-02-27T10:49:59.404" v="9" actId="47"/>
          <pc:sldLayoutMkLst>
            <pc:docMk/>
            <pc:sldMasterMk cId="60146676" sldId="2147483660"/>
            <pc:sldLayoutMk cId="220825392" sldId="2147483662"/>
          </pc:sldLayoutMkLst>
        </pc:sldLayoutChg>
        <pc:sldLayoutChg chg="del">
          <pc:chgData name="Strýček, Jakub" userId="0fd0477a-885b-4640-8df6-a47f260f7b47" providerId="ADAL" clId="{642162F9-3CBE-4328-B65F-6EA6B7ABAE33}" dt="2026-02-27T10:49:59.404" v="9" actId="47"/>
          <pc:sldLayoutMkLst>
            <pc:docMk/>
            <pc:sldMasterMk cId="60146676" sldId="2147483660"/>
            <pc:sldLayoutMk cId="630357635" sldId="2147483663"/>
          </pc:sldLayoutMkLst>
        </pc:sldLayoutChg>
        <pc:sldLayoutChg chg="del">
          <pc:chgData name="Strýček, Jakub" userId="0fd0477a-885b-4640-8df6-a47f260f7b47" providerId="ADAL" clId="{642162F9-3CBE-4328-B65F-6EA6B7ABAE33}" dt="2026-02-27T10:49:59.404" v="9" actId="47"/>
          <pc:sldLayoutMkLst>
            <pc:docMk/>
            <pc:sldMasterMk cId="60146676" sldId="2147483660"/>
            <pc:sldLayoutMk cId="2173753321" sldId="2147483664"/>
          </pc:sldLayoutMkLst>
        </pc:sldLayoutChg>
        <pc:sldLayoutChg chg="del">
          <pc:chgData name="Strýček, Jakub" userId="0fd0477a-885b-4640-8df6-a47f260f7b47" providerId="ADAL" clId="{642162F9-3CBE-4328-B65F-6EA6B7ABAE33}" dt="2026-02-27T10:49:59.404" v="9" actId="47"/>
          <pc:sldLayoutMkLst>
            <pc:docMk/>
            <pc:sldMasterMk cId="60146676" sldId="2147483660"/>
            <pc:sldLayoutMk cId="3705614701" sldId="2147483665"/>
          </pc:sldLayoutMkLst>
        </pc:sldLayoutChg>
        <pc:sldLayoutChg chg="del">
          <pc:chgData name="Strýček, Jakub" userId="0fd0477a-885b-4640-8df6-a47f260f7b47" providerId="ADAL" clId="{642162F9-3CBE-4328-B65F-6EA6B7ABAE33}" dt="2026-02-27T10:49:59.404" v="9" actId="47"/>
          <pc:sldLayoutMkLst>
            <pc:docMk/>
            <pc:sldMasterMk cId="60146676" sldId="2147483660"/>
            <pc:sldLayoutMk cId="2100131837" sldId="2147483666"/>
          </pc:sldLayoutMkLst>
        </pc:sldLayoutChg>
        <pc:sldLayoutChg chg="del">
          <pc:chgData name="Strýček, Jakub" userId="0fd0477a-885b-4640-8df6-a47f260f7b47" providerId="ADAL" clId="{642162F9-3CBE-4328-B65F-6EA6B7ABAE33}" dt="2026-02-27T10:49:59.404" v="9" actId="47"/>
          <pc:sldLayoutMkLst>
            <pc:docMk/>
            <pc:sldMasterMk cId="60146676" sldId="2147483660"/>
            <pc:sldLayoutMk cId="267484781" sldId="2147483667"/>
          </pc:sldLayoutMkLst>
        </pc:sldLayoutChg>
        <pc:sldLayoutChg chg="del">
          <pc:chgData name="Strýček, Jakub" userId="0fd0477a-885b-4640-8df6-a47f260f7b47" providerId="ADAL" clId="{642162F9-3CBE-4328-B65F-6EA6B7ABAE33}" dt="2026-02-27T10:49:59.404" v="9" actId="47"/>
          <pc:sldLayoutMkLst>
            <pc:docMk/>
            <pc:sldMasterMk cId="60146676" sldId="2147483660"/>
            <pc:sldLayoutMk cId="4260099230" sldId="2147483668"/>
          </pc:sldLayoutMkLst>
        </pc:sldLayoutChg>
        <pc:sldLayoutChg chg="del">
          <pc:chgData name="Strýček, Jakub" userId="0fd0477a-885b-4640-8df6-a47f260f7b47" providerId="ADAL" clId="{642162F9-3CBE-4328-B65F-6EA6B7ABAE33}" dt="2026-02-27T10:49:59.404" v="9" actId="47"/>
          <pc:sldLayoutMkLst>
            <pc:docMk/>
            <pc:sldMasterMk cId="60146676" sldId="2147483660"/>
            <pc:sldLayoutMk cId="2425458657" sldId="2147483669"/>
          </pc:sldLayoutMkLst>
        </pc:sldLayoutChg>
        <pc:sldLayoutChg chg="del">
          <pc:chgData name="Strýček, Jakub" userId="0fd0477a-885b-4640-8df6-a47f260f7b47" providerId="ADAL" clId="{642162F9-3CBE-4328-B65F-6EA6B7ABAE33}" dt="2026-02-27T10:49:59.404" v="9" actId="47"/>
          <pc:sldLayoutMkLst>
            <pc:docMk/>
            <pc:sldMasterMk cId="60146676" sldId="2147483660"/>
            <pc:sldLayoutMk cId="2156350543" sldId="2147483670"/>
          </pc:sldLayoutMkLst>
        </pc:sldLayoutChg>
        <pc:sldLayoutChg chg="del">
          <pc:chgData name="Strýček, Jakub" userId="0fd0477a-885b-4640-8df6-a47f260f7b47" providerId="ADAL" clId="{642162F9-3CBE-4328-B65F-6EA6B7ABAE33}" dt="2026-02-27T10:49:59.404" v="9" actId="47"/>
          <pc:sldLayoutMkLst>
            <pc:docMk/>
            <pc:sldMasterMk cId="60146676" sldId="2147483660"/>
            <pc:sldLayoutMk cId="1640163986" sldId="2147483671"/>
          </pc:sldLayoutMkLst>
        </pc:sldLayoutChg>
        <pc:sldLayoutChg chg="del">
          <pc:chgData name="Strýček, Jakub" userId="0fd0477a-885b-4640-8df6-a47f260f7b47" providerId="ADAL" clId="{642162F9-3CBE-4328-B65F-6EA6B7ABAE33}" dt="2026-02-27T10:49:59.404" v="9" actId="47"/>
          <pc:sldLayoutMkLst>
            <pc:docMk/>
            <pc:sldMasterMk cId="60146676" sldId="2147483660"/>
            <pc:sldLayoutMk cId="3651868876" sldId="2147483672"/>
          </pc:sldLayoutMkLst>
        </pc:sldLayoutChg>
      </pc:sldMasterChg>
      <pc:sldMasterChg chg="modSp del mod delSldLayout">
        <pc:chgData name="Strýček, Jakub" userId="0fd0477a-885b-4640-8df6-a47f260f7b47" providerId="ADAL" clId="{642162F9-3CBE-4328-B65F-6EA6B7ABAE33}" dt="2026-02-27T07:40:23.752" v="5" actId="47"/>
        <pc:sldMasterMkLst>
          <pc:docMk/>
          <pc:sldMasterMk cId="2836905816" sldId="2147483660"/>
        </pc:sldMasterMkLst>
        <pc:spChg chg="add mod">
          <ac:chgData name="Strýček, Jakub" userId="0fd0477a-885b-4640-8df6-a47f260f7b47" providerId="ADAL" clId="{642162F9-3CBE-4328-B65F-6EA6B7ABAE33}" dt="2026-02-27T05:37:56.595" v="3" actId="33475"/>
          <ac:spMkLst>
            <pc:docMk/>
            <pc:sldMasterMk cId="2836905816" sldId="2147483660"/>
            <ac:spMk id="8" creationId="{6D9CB86B-5A82-B697-C35D-20BA3B20C07B}"/>
          </ac:spMkLst>
        </pc:spChg>
        <pc:sldLayoutChg chg="del">
          <pc:chgData name="Strýček, Jakub" userId="0fd0477a-885b-4640-8df6-a47f260f7b47" providerId="ADAL" clId="{642162F9-3CBE-4328-B65F-6EA6B7ABAE33}" dt="2026-02-27T07:40:23.752" v="5" actId="47"/>
          <pc:sldLayoutMkLst>
            <pc:docMk/>
            <pc:sldMasterMk cId="2836905816" sldId="2147483660"/>
            <pc:sldLayoutMk cId="2175659756" sldId="2147483661"/>
          </pc:sldLayoutMkLst>
        </pc:sldLayoutChg>
        <pc:sldLayoutChg chg="del">
          <pc:chgData name="Strýček, Jakub" userId="0fd0477a-885b-4640-8df6-a47f260f7b47" providerId="ADAL" clId="{642162F9-3CBE-4328-B65F-6EA6B7ABAE33}" dt="2026-02-27T07:40:23.752" v="5" actId="47"/>
          <pc:sldLayoutMkLst>
            <pc:docMk/>
            <pc:sldMasterMk cId="2836905816" sldId="2147483660"/>
            <pc:sldLayoutMk cId="1246143253" sldId="2147483662"/>
          </pc:sldLayoutMkLst>
        </pc:sldLayoutChg>
        <pc:sldLayoutChg chg="del">
          <pc:chgData name="Strýček, Jakub" userId="0fd0477a-885b-4640-8df6-a47f260f7b47" providerId="ADAL" clId="{642162F9-3CBE-4328-B65F-6EA6B7ABAE33}" dt="2026-02-27T07:40:23.752" v="5" actId="47"/>
          <pc:sldLayoutMkLst>
            <pc:docMk/>
            <pc:sldMasterMk cId="2836905816" sldId="2147483660"/>
            <pc:sldLayoutMk cId="607447928" sldId="2147483663"/>
          </pc:sldLayoutMkLst>
        </pc:sldLayoutChg>
        <pc:sldLayoutChg chg="del">
          <pc:chgData name="Strýček, Jakub" userId="0fd0477a-885b-4640-8df6-a47f260f7b47" providerId="ADAL" clId="{642162F9-3CBE-4328-B65F-6EA6B7ABAE33}" dt="2026-02-27T07:40:23.752" v="5" actId="47"/>
          <pc:sldLayoutMkLst>
            <pc:docMk/>
            <pc:sldMasterMk cId="2836905816" sldId="2147483660"/>
            <pc:sldLayoutMk cId="1337025567" sldId="2147483664"/>
          </pc:sldLayoutMkLst>
        </pc:sldLayoutChg>
        <pc:sldLayoutChg chg="del">
          <pc:chgData name="Strýček, Jakub" userId="0fd0477a-885b-4640-8df6-a47f260f7b47" providerId="ADAL" clId="{642162F9-3CBE-4328-B65F-6EA6B7ABAE33}" dt="2026-02-27T07:40:23.752" v="5" actId="47"/>
          <pc:sldLayoutMkLst>
            <pc:docMk/>
            <pc:sldMasterMk cId="2836905816" sldId="2147483660"/>
            <pc:sldLayoutMk cId="2631773989" sldId="2147483665"/>
          </pc:sldLayoutMkLst>
        </pc:sldLayoutChg>
        <pc:sldLayoutChg chg="del">
          <pc:chgData name="Strýček, Jakub" userId="0fd0477a-885b-4640-8df6-a47f260f7b47" providerId="ADAL" clId="{642162F9-3CBE-4328-B65F-6EA6B7ABAE33}" dt="2026-02-27T07:40:23.752" v="5" actId="47"/>
          <pc:sldLayoutMkLst>
            <pc:docMk/>
            <pc:sldMasterMk cId="2836905816" sldId="2147483660"/>
            <pc:sldLayoutMk cId="262180004" sldId="2147483666"/>
          </pc:sldLayoutMkLst>
        </pc:sldLayoutChg>
        <pc:sldLayoutChg chg="del">
          <pc:chgData name="Strýček, Jakub" userId="0fd0477a-885b-4640-8df6-a47f260f7b47" providerId="ADAL" clId="{642162F9-3CBE-4328-B65F-6EA6B7ABAE33}" dt="2026-02-27T07:40:23.752" v="5" actId="47"/>
          <pc:sldLayoutMkLst>
            <pc:docMk/>
            <pc:sldMasterMk cId="2836905816" sldId="2147483660"/>
            <pc:sldLayoutMk cId="1506368530" sldId="2147483667"/>
          </pc:sldLayoutMkLst>
        </pc:sldLayoutChg>
        <pc:sldLayoutChg chg="del">
          <pc:chgData name="Strýček, Jakub" userId="0fd0477a-885b-4640-8df6-a47f260f7b47" providerId="ADAL" clId="{642162F9-3CBE-4328-B65F-6EA6B7ABAE33}" dt="2026-02-27T07:40:23.752" v="5" actId="47"/>
          <pc:sldLayoutMkLst>
            <pc:docMk/>
            <pc:sldMasterMk cId="2836905816" sldId="2147483660"/>
            <pc:sldLayoutMk cId="1979237927" sldId="2147483668"/>
          </pc:sldLayoutMkLst>
        </pc:sldLayoutChg>
        <pc:sldLayoutChg chg="del">
          <pc:chgData name="Strýček, Jakub" userId="0fd0477a-885b-4640-8df6-a47f260f7b47" providerId="ADAL" clId="{642162F9-3CBE-4328-B65F-6EA6B7ABAE33}" dt="2026-02-27T07:40:23.752" v="5" actId="47"/>
          <pc:sldLayoutMkLst>
            <pc:docMk/>
            <pc:sldMasterMk cId="2836905816" sldId="2147483660"/>
            <pc:sldLayoutMk cId="770820185" sldId="2147483669"/>
          </pc:sldLayoutMkLst>
        </pc:sldLayoutChg>
        <pc:sldLayoutChg chg="del">
          <pc:chgData name="Strýček, Jakub" userId="0fd0477a-885b-4640-8df6-a47f260f7b47" providerId="ADAL" clId="{642162F9-3CBE-4328-B65F-6EA6B7ABAE33}" dt="2026-02-27T07:40:23.752" v="5" actId="47"/>
          <pc:sldLayoutMkLst>
            <pc:docMk/>
            <pc:sldMasterMk cId="2836905816" sldId="2147483660"/>
            <pc:sldLayoutMk cId="189089606" sldId="2147483670"/>
          </pc:sldLayoutMkLst>
        </pc:sldLayoutChg>
        <pc:sldLayoutChg chg="del">
          <pc:chgData name="Strýček, Jakub" userId="0fd0477a-885b-4640-8df6-a47f260f7b47" providerId="ADAL" clId="{642162F9-3CBE-4328-B65F-6EA6B7ABAE33}" dt="2026-02-27T07:40:23.752" v="5" actId="47"/>
          <pc:sldLayoutMkLst>
            <pc:docMk/>
            <pc:sldMasterMk cId="2836905816" sldId="2147483660"/>
            <pc:sldLayoutMk cId="3655266519" sldId="2147483671"/>
          </pc:sldLayoutMkLst>
        </pc:sldLayoutChg>
        <pc:sldLayoutChg chg="del">
          <pc:chgData name="Strýček, Jakub" userId="0fd0477a-885b-4640-8df6-a47f260f7b47" providerId="ADAL" clId="{642162F9-3CBE-4328-B65F-6EA6B7ABAE33}" dt="2026-02-27T07:40:23.752" v="5" actId="47"/>
          <pc:sldLayoutMkLst>
            <pc:docMk/>
            <pc:sldMasterMk cId="2836905816" sldId="2147483660"/>
            <pc:sldLayoutMk cId="4212556799" sldId="214748367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28F85-DCD5-B30D-2B25-057026B1CD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97E62-B17F-EFCA-34C7-9C54B6FF49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13A76-2FB0-CC88-3FEA-28C471DFD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7C1D0-9F81-4C1B-A3CE-71C5CA5E274F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67153-A60F-386A-5D12-5A5CB8630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309D8-BDC7-4C37-45E8-FF15B0335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1CBD8-4F3C-4FE7-AEF0-BD7329DC25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9833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649D9-07AC-B4EF-863E-42A2CD0CD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D8558-FE4C-0FD5-33DE-460DC4BB0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F1D60-CF63-46D7-B269-D5B9F5B35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7C1D0-9F81-4C1B-A3CE-71C5CA5E274F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A0242-AB34-75C7-2D1E-F3D53F50E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80216-FECF-6C25-7D52-6D9232F64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1CBD8-4F3C-4FE7-AEF0-BD7329DC25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2628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6042-1F4B-F94E-558E-643FC7B8F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7745D-9445-BF30-52AB-AD5D6578D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AFA5D-F238-E733-E201-D056B7386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7C1D0-9F81-4C1B-A3CE-71C5CA5E274F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BD465-B1B4-01C0-0455-B0B95C1F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0FCC4-99E5-A245-5B04-EFBBA7AF3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1CBD8-4F3C-4FE7-AEF0-BD7329DC25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4284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E73CA-B74D-380E-1348-04927308B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CA7F2-BBE5-42E6-DA92-0A11FA22C2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419C43-69C8-F7F5-398A-3A6ED7122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2FD9E3-574A-3986-CBD0-85D3042DF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7C1D0-9F81-4C1B-A3CE-71C5CA5E274F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F0FF1-292B-F415-C569-578461251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0E41E9-F199-94BC-FED4-497E1B56B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1CBD8-4F3C-4FE7-AEF0-BD7329DC25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0536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3C51A-841F-D15F-ADA8-4CACCAFE8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F26C64-EE5C-D2C9-891A-8CE181D0E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5C71C-D852-AF01-B141-3E41372F13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93922B-A330-3B87-45CF-80557CE222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7F3833-5D18-207E-8E5B-408C2265A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647541-FF92-869A-3C08-35884FC6B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7C1D0-9F81-4C1B-A3CE-71C5CA5E274F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EE9BC6-F4D0-BD11-2B2A-80554DC16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451220-CBF7-3B17-AC4B-7EE29E4E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1CBD8-4F3C-4FE7-AEF0-BD7329DC25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0634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EBBAF-82AA-7D6C-CE49-3A10EC6E0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69353B-B18F-4568-08B6-7CA1C930E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7C1D0-9F81-4C1B-A3CE-71C5CA5E274F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0DCE4F-9F91-697E-0742-FED74BB9A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EC5B83-0465-E48B-25FE-BBBE1C9F9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1CBD8-4F3C-4FE7-AEF0-BD7329DC25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5051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C98271-106E-9B55-B47E-D99549837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7C1D0-9F81-4C1B-A3CE-71C5CA5E274F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DF6095-5815-E1D5-F2CA-FF5DB5499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91385-53AA-4461-0ED7-FAB41770D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1CBD8-4F3C-4FE7-AEF0-BD7329DC25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0935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FC76E-4536-60E4-EEEB-D46310268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75478-5C8D-62DF-C1C8-7616CFFA0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1BF8D-7147-ABD0-CF32-EF11E45D8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65D4F2-82A8-7A64-3506-23A297565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7C1D0-9F81-4C1B-A3CE-71C5CA5E274F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2283F8-68C7-2E5F-6D57-707B80A0C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BEBF7-02AD-C264-087A-723ABFAD9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1CBD8-4F3C-4FE7-AEF0-BD7329DC25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9780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52129-9714-4FFB-6F96-618C80E7D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64D09E-F620-94D7-7AC5-3EE10010AA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BDE41C-CB18-0CCF-4D5F-4DE76BF5D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9CC16D-7675-3B1C-26F8-6591E4A2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7C1D0-9F81-4C1B-A3CE-71C5CA5E274F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E5EEAD-871F-5A26-263D-1D8223CCF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82B4A-5136-4BB6-1FFB-F6DB85BED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1CBD8-4F3C-4FE7-AEF0-BD7329DC25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0285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39030-5A57-024F-E78B-5F922124C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FEE2E6-EF10-2A81-A09F-87BF03BDD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8DDD2-C18C-DF8D-3479-71BC26D8C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7C1D0-9F81-4C1B-A3CE-71C5CA5E274F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C977C-8DE6-E643-40B1-44A91C726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30722-DDCB-FEDB-981A-CCA9C6858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1CBD8-4F3C-4FE7-AEF0-BD7329DC25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7786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7BF77A-1449-1A82-1CC2-0354AE8459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0C08B3-7F2D-71A0-78A3-7189E86789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A13C6-D806-0C95-D446-80319CB5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7C1D0-9F81-4C1B-A3CE-71C5CA5E274F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1AC1A-8DAF-F000-DF89-905718141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3F12B-CFB1-9A07-C64C-5E2736BBB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1CBD8-4F3C-4FE7-AEF0-BD7329DC25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1057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1E31F4-01A2-E6F1-B374-7CC95B53C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32EDE0A-8CA4-BE57-5C53-40E9661DD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C94EB4A-EEA2-490F-CAE4-993DE35AF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CFC6-2C3D-430D-B009-7B7F642ABE14}" type="datetime1">
              <a:rPr lang="sk-SK" smtClean="0"/>
              <a:t>27. 2. 2026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9ADE9B73-AB57-658C-7DA5-217ECDC3B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6FD5A285-F0CF-4C03-F2C2-B32E6004D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482640-75BE-4676-8FBA-7A48CEEC95B0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373998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7A82B3-8FB6-8C6B-8923-37C885D5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538869"/>
            <a:ext cx="9901382" cy="656164"/>
          </a:xfrm>
        </p:spPr>
        <p:txBody>
          <a:bodyPr>
            <a:noAutofit/>
          </a:bodyPr>
          <a:lstStyle>
            <a:lvl1pPr>
              <a:defRPr sz="4000">
                <a:latin typeface="Gotham Black"/>
              </a:defRPr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C245EC8-50B2-07D0-D5DF-71A847554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11277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2A60C94-8AA8-F4F0-0E46-5754E88C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otham Book"/>
              </a:defRPr>
            </a:lvl1pPr>
          </a:lstStyle>
          <a:p>
            <a:fld id="{E45AC5F3-9153-4848-B4E1-D5F235593822}" type="datetime1">
              <a:rPr lang="sk-SK" smtClean="0"/>
              <a:t>27. 2. 2026</a:t>
            </a:fld>
            <a:endParaRPr lang="sk-SK">
              <a:latin typeface="Gotham Book"/>
            </a:endParaRPr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15645B2-6AD5-51A8-43C4-12A990BE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59F8681-910A-AA80-87F4-08330714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cxnSp>
        <p:nvCxnSpPr>
          <p:cNvPr id="7" name="Rovná spojnica 6">
            <a:extLst>
              <a:ext uri="{FF2B5EF4-FFF2-40B4-BE49-F238E27FC236}">
                <a16:creationId xmlns:a16="http://schemas.microsoft.com/office/drawing/2014/main" id="{C3E9460F-8BB7-9C9F-E4D7-F6609C4E9AE4}"/>
              </a:ext>
            </a:extLst>
          </p:cNvPr>
          <p:cNvCxnSpPr>
            <a:cxnSpLocks/>
          </p:cNvCxnSpPr>
          <p:nvPr userDrawn="1"/>
        </p:nvCxnSpPr>
        <p:spPr>
          <a:xfrm>
            <a:off x="461818" y="1405230"/>
            <a:ext cx="11277600" cy="0"/>
          </a:xfrm>
          <a:prstGeom prst="line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09932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7A82B3-8FB6-8C6B-8923-37C885D5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538869"/>
            <a:ext cx="9901382" cy="656164"/>
          </a:xfrm>
        </p:spPr>
        <p:txBody>
          <a:bodyPr>
            <a:noAutofit/>
          </a:bodyPr>
          <a:lstStyle>
            <a:lvl1pPr>
              <a:defRPr sz="4000">
                <a:latin typeface="Gotham Black"/>
              </a:defRPr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59F8681-910A-AA80-87F4-08330714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cxnSp>
        <p:nvCxnSpPr>
          <p:cNvPr id="7" name="Rovná spojnica 6">
            <a:extLst>
              <a:ext uri="{FF2B5EF4-FFF2-40B4-BE49-F238E27FC236}">
                <a16:creationId xmlns:a16="http://schemas.microsoft.com/office/drawing/2014/main" id="{C3E9460F-8BB7-9C9F-E4D7-F6609C4E9AE4}"/>
              </a:ext>
            </a:extLst>
          </p:cNvPr>
          <p:cNvCxnSpPr>
            <a:cxnSpLocks/>
          </p:cNvCxnSpPr>
          <p:nvPr userDrawn="1"/>
        </p:nvCxnSpPr>
        <p:spPr>
          <a:xfrm>
            <a:off x="461818" y="1405230"/>
            <a:ext cx="11277600" cy="0"/>
          </a:xfrm>
          <a:prstGeom prst="line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9985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7A82B3-8FB6-8C6B-8923-37C885D5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990074"/>
            <a:ext cx="9901382" cy="656164"/>
          </a:xfrm>
        </p:spPr>
        <p:txBody>
          <a:bodyPr/>
          <a:lstStyle/>
          <a:p>
            <a:r>
              <a:rPr lang="sk-SK" dirty="0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C245EC8-50B2-07D0-D5DF-71A847554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11277600" cy="4351338"/>
          </a:xfrm>
        </p:spPr>
        <p:txBody>
          <a:bodyPr/>
          <a:lstStyle/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2A60C94-8AA8-F4F0-0E46-5754E88C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otham Book"/>
              </a:defRPr>
            </a:lvl1pPr>
          </a:lstStyle>
          <a:p>
            <a:fld id="{E45AC5F3-9153-4848-B4E1-D5F235593822}" type="datetime1">
              <a:rPr lang="sk-SK" smtClean="0"/>
              <a:t>27. 2. 2026</a:t>
            </a:fld>
            <a:endParaRPr lang="sk-SK">
              <a:latin typeface="Gotham Book"/>
            </a:endParaRPr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15645B2-6AD5-51A8-43C4-12A990BE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59F8681-910A-AA80-87F4-08330714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7506900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7A82B3-8FB6-8C6B-8923-37C885D5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09" y="996950"/>
            <a:ext cx="9818255" cy="649288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C245EC8-50B2-07D0-D5DF-71A847554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709" y="1825625"/>
            <a:ext cx="11120582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2A60C94-8AA8-F4F0-0E46-5754E88C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otham Book"/>
              </a:defRPr>
            </a:lvl1pPr>
          </a:lstStyle>
          <a:p>
            <a:fld id="{7221A705-3299-48EB-854F-C3B4273BA57B}" type="datetime1">
              <a:rPr lang="sk-SK" smtClean="0"/>
              <a:t>27. 2. 2026</a:t>
            </a:fld>
            <a:endParaRPr lang="sk-SK">
              <a:latin typeface="Gotham Book"/>
            </a:endParaRPr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15645B2-6AD5-51A8-43C4-12A990BE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59F8681-910A-AA80-87F4-08330714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E4D3BAD3-06E2-8976-1503-A809522676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10" y="5616379"/>
            <a:ext cx="11120582" cy="56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1946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92F3D5-CD3E-29D4-CC4B-9EC71ABDE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E13A22E-C17D-D2E7-C115-423CEC0B8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CEECA32A-4681-9BA5-A0D8-54F09F110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46690-AF75-4187-BFC3-D5F2332C501B}" type="datetime1">
              <a:rPr lang="sk-SK" smtClean="0"/>
              <a:t>27. 2. 2026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B627AD7-A404-67BA-ABD1-021ED93D7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43788D0-A08F-658B-474D-433D76029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636226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F6C460-0F35-4E85-6A09-AE39960CB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7FAB8BD-D9D4-6732-570A-9B37C5C9C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5709" y="1825625"/>
            <a:ext cx="5484091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FA7B67C0-F900-C5B2-C56C-35CF66249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484091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0F16AB83-1D47-9E2E-1472-C633E9A2C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EAE3A-F887-47E6-BD99-55D80AEBF460}" type="datetime1">
              <a:rPr lang="sk-SK" smtClean="0"/>
              <a:t>27. 2. 2026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8634056E-F687-6D18-7D49-0C715498A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2E9E4B79-2095-E9C7-049E-6E2B5B52B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1593369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A7DDE2E-A692-3DAD-62E1-9B3AF46C9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710" y="1681163"/>
            <a:ext cx="546186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934030DF-31C2-E488-649D-035B23F1B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5710" y="2505075"/>
            <a:ext cx="5461866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2E017A73-BA90-1271-D4BE-EA520C4310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48409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DF63CFB1-52B3-2337-5C70-EFAB4C37A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484089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198C0987-EF61-2B1A-3FB6-8517F4E8F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92BEE-E86B-49DF-B1B3-CCEC9E68AD35}" type="datetime1">
              <a:rPr lang="sk-SK" smtClean="0"/>
              <a:t>27. 2. 2026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E9C82B51-FA16-0B39-04A8-7FDCC03A6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B9112C33-D93B-E83C-FDAC-75B77369A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sp>
        <p:nvSpPr>
          <p:cNvPr id="10" name="Nadpis 1">
            <a:extLst>
              <a:ext uri="{FF2B5EF4-FFF2-40B4-BE49-F238E27FC236}">
                <a16:creationId xmlns:a16="http://schemas.microsoft.com/office/drawing/2014/main" id="{441622A9-7D0F-4365-C6FA-80D5F0229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09" y="990600"/>
            <a:ext cx="9818255" cy="700088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</p:spTree>
    <p:extLst>
      <p:ext uri="{BB962C8B-B14F-4D97-AF65-F5344CB8AC3E}">
        <p14:creationId xmlns:p14="http://schemas.microsoft.com/office/powerpoint/2010/main" val="35788361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043D30-071D-33AB-9669-23DC9D7D0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0626F86A-ED8E-E2CB-0045-882B20810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7997-9BB1-469D-AB8B-75A91F8709FB}" type="datetime1">
              <a:rPr lang="sk-SK" smtClean="0"/>
              <a:t>27. 2. 2026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AA76809C-B35F-91E8-F0FC-58E4DA052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620999B0-23F7-AD49-85E6-5F16A8F09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0444864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294DAC2C-3747-CF3D-3CAD-2D3648B27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17880-69E6-4017-911E-C813255CF17D}" type="datetime1">
              <a:rPr lang="sk-SK" smtClean="0"/>
              <a:t>27. 2. 2026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52264B98-8195-D8D6-63E7-7160E646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A3CB4A4-DECD-DD2C-2867-C21C476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416139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4ED231A-84A5-F5D9-5D2E-50078FC00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5C5581D-D921-5F0F-AE2D-99906DBF2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1EC71DA-B330-2925-634E-8AF351D6A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9CAA74C9-159A-4142-CD81-9C0EBC9A0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5D860-1691-4A1E-951E-860E288D7ED9}" type="datetime1">
              <a:rPr lang="sk-SK" smtClean="0"/>
              <a:t>27. 2. 2026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BEE73CA0-8128-6D89-5779-DE33B887A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69D1AA6B-8076-B5A9-6F2D-053A86461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69211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DD6BD6-170C-44DD-BDC0-D960921B5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8" y="457200"/>
            <a:ext cx="433618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DABB3901-CBE5-CD07-4906-E157868787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7310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DDBA57B-148A-F609-6500-9FB9CDADF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5709" y="2079480"/>
            <a:ext cx="428624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5B07352E-769A-F29D-4DE0-19240FFE0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D6A6A-330E-44F1-9989-89ED565DD888}" type="datetime1">
              <a:rPr lang="sk-SK" smtClean="0"/>
              <a:t>27. 2. 2026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6D766888-199E-BEED-A3B9-4EE384084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B87AE7F8-4D13-FAEB-EAF6-80CD1BE42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187066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43DF940-CA92-904E-80FF-E6F99971D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8246ADBA-C098-2C20-660C-3760EF1ED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168A9-2373-480D-BEC3-8767F6491096}" type="datetime1">
              <a:rPr lang="sk-SK" smtClean="0"/>
              <a:t>27. 2. 2026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27ADCD98-DFDB-5022-61A3-7705C605E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23E782B7-3401-F2F1-32A7-8F6FC2A62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sp>
        <p:nvSpPr>
          <p:cNvPr id="11" name="Zástupný text 3">
            <a:extLst>
              <a:ext uri="{FF2B5EF4-FFF2-40B4-BE49-F238E27FC236}">
                <a16:creationId xmlns:a16="http://schemas.microsoft.com/office/drawing/2014/main" id="{0C564EC2-EE3E-27C0-6E49-AD055C579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5709" y="2175382"/>
            <a:ext cx="5023859" cy="73770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0"/>
            <a:endParaRPr lang="sk-SK"/>
          </a:p>
          <a:p>
            <a:pPr lvl="0"/>
            <a:endParaRPr lang="sk-SK"/>
          </a:p>
        </p:txBody>
      </p:sp>
      <p:sp>
        <p:nvSpPr>
          <p:cNvPr id="12" name="Zástupný text 3">
            <a:extLst>
              <a:ext uri="{FF2B5EF4-FFF2-40B4-BE49-F238E27FC236}">
                <a16:creationId xmlns:a16="http://schemas.microsoft.com/office/drawing/2014/main" id="{6F97C8EF-0CB2-322D-9076-99ABF456029F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535709" y="3004849"/>
            <a:ext cx="5024582" cy="300802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13" name="Zástupný text 3">
            <a:extLst>
              <a:ext uri="{FF2B5EF4-FFF2-40B4-BE49-F238E27FC236}">
                <a16:creationId xmlns:a16="http://schemas.microsoft.com/office/drawing/2014/main" id="{D84772E5-CFF9-718C-802E-19550E9B968D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6632434" y="2179014"/>
            <a:ext cx="5023859" cy="73770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0"/>
            <a:endParaRPr lang="sk-SK"/>
          </a:p>
          <a:p>
            <a:pPr lvl="0"/>
            <a:endParaRPr lang="sk-SK"/>
          </a:p>
        </p:txBody>
      </p:sp>
      <p:sp>
        <p:nvSpPr>
          <p:cNvPr id="14" name="Zástupný text 3">
            <a:extLst>
              <a:ext uri="{FF2B5EF4-FFF2-40B4-BE49-F238E27FC236}">
                <a16:creationId xmlns:a16="http://schemas.microsoft.com/office/drawing/2014/main" id="{FE1BA62C-FF9F-4199-686B-F448EBF36D90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6631711" y="3004849"/>
            <a:ext cx="5023859" cy="300802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</p:spTree>
    <p:extLst>
      <p:ext uri="{BB962C8B-B14F-4D97-AF65-F5344CB8AC3E}">
        <p14:creationId xmlns:p14="http://schemas.microsoft.com/office/powerpoint/2010/main" val="252883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15F975-3A27-343E-3DBB-E4AB868A5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E858B-6267-B548-E792-57BC41466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ADFE1-F679-90A7-CD74-A7623E230D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17C1D0-9F81-4C1B-A3CE-71C5CA5E274F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56AF5-A8C8-259D-0F04-F76E8D419C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AE694-5F92-4A62-CAB5-FE7B4697A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E1CBD8-4F3C-4FE7-AEF0-BD7329DC257E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D19408-96DD-0C43-411E-3D8F907FD2A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3431350" y="6642100"/>
            <a:ext cx="53546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This item is classified as Internal. Sharing outside of the CME Group is permitted with justification.</a:t>
            </a:r>
          </a:p>
        </p:txBody>
      </p:sp>
    </p:spTree>
    <p:extLst>
      <p:ext uri="{BB962C8B-B14F-4D97-AF65-F5344CB8AC3E}">
        <p14:creationId xmlns:p14="http://schemas.microsoft.com/office/powerpoint/2010/main" val="1764742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5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rázok 9" descr="Obrázok, na ktorom je nebo, modrá, snímka obrazovky, rozmazanie&#10;&#10;Obsah vygenerovaný pomocou AI môže byť nesprávny.">
            <a:extLst>
              <a:ext uri="{FF2B5EF4-FFF2-40B4-BE49-F238E27FC236}">
                <a16:creationId xmlns:a16="http://schemas.microsoft.com/office/drawing/2014/main" id="{C71F1129-C362-F7B5-2DE7-D5B8B8D330A6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36343588-5C6D-5217-EDC9-609AD8D24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09" y="1041400"/>
            <a:ext cx="9818255" cy="649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A1C42F2-A5DE-357A-C4CF-5A290B765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709" y="1825625"/>
            <a:ext cx="1081809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9E5A5F4F-D90E-E642-21B8-C18A81F228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42C8D9-E561-4CC8-AC32-35F66DAD277A}" type="datetime1">
              <a:rPr lang="sk-SK" smtClean="0"/>
              <a:t>27. 2. 2026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061D836A-C826-6445-380C-EC3A442067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5708C169-9F46-5E9A-1745-62AB43CD80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67F2538-5172-44FE-BA0F-FAB2B9E4D3CD}" type="slidenum">
              <a:rPr lang="sk-SK" smtClean="0"/>
              <a:pPr/>
              <a:t>‹#›</a:t>
            </a:fld>
            <a:endParaRPr lang="sk-SK">
              <a:solidFill>
                <a:schemeClr val="bg1"/>
              </a:solidFill>
            </a:endParaRP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6D9CB86B-5A82-B697-C35D-20BA3B20C07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83275" y="6642100"/>
            <a:ext cx="4508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sk-SK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  <p:pic>
        <p:nvPicPr>
          <p:cNvPr id="7" name="Obrázok 6" descr="Obrázok, na ktorom je písmo, grafika, logo, kruh">
            <a:extLst>
              <a:ext uri="{FF2B5EF4-FFF2-40B4-BE49-F238E27FC236}">
                <a16:creationId xmlns:a16="http://schemas.microsoft.com/office/drawing/2014/main" id="{97A7DE47-3C26-9503-4E0D-3CA5230F4F13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1" y="324810"/>
            <a:ext cx="1255720" cy="44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435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Gotham Book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Gotham Book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Gotham Ligh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Gotham Ligh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Gotham Ligh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Gotham Ligh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1D1E7318-9CCA-4BEF-070E-76688B4154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295"/>
            <a:ext cx="9144000" cy="502758"/>
          </a:xfrm>
        </p:spPr>
        <p:txBody>
          <a:bodyPr>
            <a:normAutofit/>
          </a:bodyPr>
          <a:lstStyle/>
          <a:p>
            <a:r>
              <a:rPr lang="sk-SK" sz="2800" dirty="0" err="1">
                <a:latin typeface="Gotham Black"/>
              </a:rPr>
              <a:t>Chapter</a:t>
            </a:r>
            <a:r>
              <a:rPr lang="sk-SK" sz="2800" dirty="0">
                <a:latin typeface="Gotham Black"/>
              </a:rPr>
              <a:t> 1</a:t>
            </a: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28720D53-3FA4-AB5A-CC3A-9A5FAD3A69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753" y="3051739"/>
            <a:ext cx="11068493" cy="913975"/>
          </a:xfrm>
        </p:spPr>
        <p:txBody>
          <a:bodyPr>
            <a:normAutofit lnSpcReduction="10000"/>
          </a:bodyPr>
          <a:lstStyle/>
          <a:p>
            <a:r>
              <a:rPr lang="sk-SK" sz="6000" b="1" dirty="0">
                <a:latin typeface="Gotham Black"/>
              </a:rPr>
              <a:t>STRATEGY</a:t>
            </a:r>
            <a:r>
              <a:rPr lang="sk-SK" sz="6000" dirty="0">
                <a:latin typeface="Gotham Black"/>
              </a:rPr>
              <a:t> &amp; NORTH STAR</a:t>
            </a: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FB4B4B9F-E626-E599-BD7B-FB00AD86D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82640-75BE-4676-8FBA-7A48CEEC95B0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1062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32E49-3BD3-8D92-F27C-9077A68F3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2B549D09-02EC-636E-41FB-015DD765C9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295"/>
            <a:ext cx="9144000" cy="502758"/>
          </a:xfrm>
        </p:spPr>
        <p:txBody>
          <a:bodyPr>
            <a:normAutofit/>
          </a:bodyPr>
          <a:lstStyle/>
          <a:p>
            <a:r>
              <a:rPr lang="sk-SK" sz="2800" dirty="0">
                <a:latin typeface="Gotham Black"/>
              </a:rPr>
              <a:t>Chapter 1</a:t>
            </a:r>
            <a:r>
              <a:rPr lang="en-US" sz="2800" dirty="0">
                <a:latin typeface="Gotham Black"/>
              </a:rPr>
              <a:t>.1</a:t>
            </a:r>
            <a:endParaRPr lang="sk-SK" sz="2800" dirty="0">
              <a:latin typeface="Gotham Black"/>
            </a:endParaRP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2791D37E-D49A-503A-2E9D-8015120376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753" y="3051739"/>
            <a:ext cx="11068493" cy="913975"/>
          </a:xfrm>
        </p:spPr>
        <p:txBody>
          <a:bodyPr>
            <a:normAutofit lnSpcReduction="10000"/>
          </a:bodyPr>
          <a:lstStyle/>
          <a:p>
            <a:r>
              <a:rPr lang="sk-SK" sz="6000" b="1" dirty="0">
                <a:latin typeface="Gotham Black"/>
              </a:rPr>
              <a:t>VOYO Brand </a:t>
            </a:r>
            <a:r>
              <a:rPr lang="sk-SK" sz="6000" dirty="0">
                <a:latin typeface="Gotham Black"/>
              </a:rPr>
              <a:t>Foundations</a:t>
            </a: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AD88365A-FB86-E358-3357-E04E780C6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82640-75BE-4676-8FBA-7A48CEEC95B0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5964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27A83CA-5779-8E41-8085-91D63DB03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91" y="615650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>
                <a:latin typeface="Gotham Black"/>
              </a:rPr>
              <a:t>Why VOYO </a:t>
            </a:r>
            <a:r>
              <a:rPr lang="sk-SK" b="1" dirty="0">
                <a:latin typeface="Gotham Black"/>
              </a:rPr>
              <a:t>matters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17B5BD9-2C94-07EE-181D-9342AD4C7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9174" y="1789783"/>
            <a:ext cx="5699852" cy="3775621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Streaming has given viewers more entertainment than ever, but also more noise, more choice and more effort.</a:t>
            </a:r>
            <a:endParaRPr lang="sk-SK" sz="1800" dirty="0"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In CEE, people want something culturally close and easy to choose, yet still exciting and worth their time, from everyday favorites to world-class sport and premium storytelling.</a:t>
            </a:r>
            <a:endParaRPr lang="sk-SK" sz="1800" dirty="0"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VOYO brings the stories that matter into one place, creating a streaming home that fits naturally into people’s lives.</a:t>
            </a:r>
            <a:endParaRPr lang="sk-SK" sz="1800" dirty="0">
              <a:latin typeface="Gotham Black"/>
            </a:endParaRPr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F28D42F0-F935-A8C2-E968-2BD456E993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5805" y="828087"/>
            <a:ext cx="3687097" cy="5525881"/>
          </a:xfrm>
          <a:prstGeom prst="rect">
            <a:avLst/>
          </a:prstGeom>
        </p:spPr>
      </p:pic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2C8399B2-4FFA-5568-6DF7-271E39F3B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2" name="Rovná spojnica 4">
            <a:extLst>
              <a:ext uri="{FF2B5EF4-FFF2-40B4-BE49-F238E27FC236}">
                <a16:creationId xmlns:a16="http://schemas.microsoft.com/office/drawing/2014/main" id="{F2526F16-3927-2D4C-F77C-AEE8A7415788}"/>
              </a:ext>
            </a:extLst>
          </p:cNvPr>
          <p:cNvCxnSpPr>
            <a:cxnSpLocks/>
          </p:cNvCxnSpPr>
          <p:nvPr/>
        </p:nvCxnSpPr>
        <p:spPr>
          <a:xfrm>
            <a:off x="4513048" y="3077755"/>
            <a:ext cx="0" cy="1068965"/>
          </a:xfrm>
          <a:prstGeom prst="line">
            <a:avLst/>
          </a:prstGeom>
          <a:noFill/>
          <a:ln w="41275">
            <a:gradFill flip="none" rotWithShape="1">
              <a:gsLst>
                <a:gs pos="0">
                  <a:srgbClr val="FFFBB1"/>
                </a:gs>
                <a:gs pos="100000">
                  <a:srgbClr val="DB9E0A">
                    <a:alpha val="99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042911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1316E-7F76-1988-5D6D-1F3972465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06B82A-3FE9-35F2-B204-C75AA3C3E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614156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>
                <a:latin typeface="Gotham Black"/>
              </a:rPr>
              <a:t>Our </a:t>
            </a:r>
            <a:r>
              <a:rPr lang="sk-SK" b="1" dirty="0">
                <a:latin typeface="Gotham Black"/>
              </a:rPr>
              <a:t>Brand Story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C5DCD61-CC1E-85CC-9EB2-314ED304A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798" y="1720288"/>
            <a:ext cx="10978755" cy="24907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VOYO is the local streaming service that fits naturally into the viewer’s world</a:t>
            </a:r>
            <a:r>
              <a:rPr lang="sk-SK" sz="1800" dirty="0"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,</a:t>
            </a:r>
            <a:r>
              <a:rPr lang="en-US" sz="1800" dirty="0"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 speaking their language, humor, and everyday culture.</a:t>
            </a:r>
            <a:endParaRPr lang="sk-SK" sz="1800" dirty="0"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But VOYO is not just comfort. It is where the region’s biggest stories, reality moments, premium series, and world-class sport come together.</a:t>
            </a: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BA64D17A-BA18-647F-CF4F-179B8E5C8CCE}"/>
              </a:ext>
            </a:extLst>
          </p:cNvPr>
          <p:cNvSpPr txBox="1"/>
          <p:nvPr/>
        </p:nvSpPr>
        <p:spPr>
          <a:xfrm>
            <a:off x="858451" y="4095378"/>
            <a:ext cx="1103336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Roboto" pitchFamily="34" charset="-122"/>
                <a:cs typeface="Roboto" pitchFamily="34" charset="-120"/>
              </a:rPr>
              <a:t>The stories that matter, brought closer with the scale of premium entertainment.</a:t>
            </a:r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845C97B3-2A68-A592-83D1-D31C64207790}"/>
              </a:ext>
            </a:extLst>
          </p:cNvPr>
          <p:cNvSpPr txBox="1"/>
          <p:nvPr/>
        </p:nvSpPr>
        <p:spPr>
          <a:xfrm>
            <a:off x="663230" y="5667812"/>
            <a:ext cx="11179575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8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Born in CEE. Built with its audience. Always worth watching.</a:t>
            </a:r>
            <a:endParaRPr kumimoji="0" lang="sk-SK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5" name="Rovná spojnica 4">
            <a:extLst>
              <a:ext uri="{FF2B5EF4-FFF2-40B4-BE49-F238E27FC236}">
                <a16:creationId xmlns:a16="http://schemas.microsoft.com/office/drawing/2014/main" id="{989109CD-B4E1-CF77-1CFB-AC2A39398816}"/>
              </a:ext>
            </a:extLst>
          </p:cNvPr>
          <p:cNvCxnSpPr>
            <a:cxnSpLocks/>
          </p:cNvCxnSpPr>
          <p:nvPr/>
        </p:nvCxnSpPr>
        <p:spPr>
          <a:xfrm>
            <a:off x="761403" y="4037948"/>
            <a:ext cx="0" cy="1068965"/>
          </a:xfrm>
          <a:prstGeom prst="line">
            <a:avLst/>
          </a:prstGeom>
          <a:noFill/>
          <a:ln w="41275">
            <a:gradFill flip="none" rotWithShape="1">
              <a:gsLst>
                <a:gs pos="0">
                  <a:srgbClr val="FFFBB1"/>
                </a:gs>
                <a:gs pos="100000">
                  <a:srgbClr val="DB9E0A">
                    <a:alpha val="99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E3433F4-6E46-47B0-5D8A-09EA0BDE3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8289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7DE09-BDE7-F6A6-EB44-C73F806FB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93588BD-9AB9-EE33-8103-8A2B5561E53C}"/>
              </a:ext>
            </a:extLst>
          </p:cNvPr>
          <p:cNvSpPr/>
          <p:nvPr/>
        </p:nvSpPr>
        <p:spPr>
          <a:xfrm rot="5400000">
            <a:off x="7727838" y="2286837"/>
            <a:ext cx="1861655" cy="5390266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681670-6772-52B1-3924-F8D08B4F025B}"/>
              </a:ext>
            </a:extLst>
          </p:cNvPr>
          <p:cNvSpPr/>
          <p:nvPr/>
        </p:nvSpPr>
        <p:spPr>
          <a:xfrm rot="16200000">
            <a:off x="2205285" y="2602532"/>
            <a:ext cx="1861655" cy="4753635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8BD96A-6295-8A0E-F208-495607BEF482}"/>
              </a:ext>
            </a:extLst>
          </p:cNvPr>
          <p:cNvSpPr/>
          <p:nvPr/>
        </p:nvSpPr>
        <p:spPr>
          <a:xfrm rot="5400000">
            <a:off x="7727839" y="310483"/>
            <a:ext cx="1861655" cy="5390266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AE650A-C8F5-B748-4815-8388B179E499}"/>
              </a:ext>
            </a:extLst>
          </p:cNvPr>
          <p:cNvSpPr/>
          <p:nvPr/>
        </p:nvSpPr>
        <p:spPr>
          <a:xfrm rot="16200000">
            <a:off x="2205286" y="626178"/>
            <a:ext cx="1861655" cy="4753635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112EF74-3102-92DC-884A-A990EB9CB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5569"/>
            <a:ext cx="9901382" cy="6561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 sz="4000" dirty="0"/>
              <a:t>VOYO </a:t>
            </a:r>
            <a:r>
              <a:rPr lang="sk-SK" sz="4000" b="1" dirty="0"/>
              <a:t>Brand Values</a:t>
            </a:r>
          </a:p>
        </p:txBody>
      </p:sp>
      <p:sp>
        <p:nvSpPr>
          <p:cNvPr id="43" name="BlokTextu 42">
            <a:extLst>
              <a:ext uri="{FF2B5EF4-FFF2-40B4-BE49-F238E27FC236}">
                <a16:creationId xmlns:a16="http://schemas.microsoft.com/office/drawing/2014/main" id="{4129E5C9-0F71-1BC4-3649-02EFFC0569C8}"/>
              </a:ext>
            </a:extLst>
          </p:cNvPr>
          <p:cNvSpPr txBox="1"/>
          <p:nvPr/>
        </p:nvSpPr>
        <p:spPr>
          <a:xfrm>
            <a:off x="2989408" y="2194083"/>
            <a:ext cx="2024754" cy="608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Raleway" pitchFamily="34" charset="-122"/>
                <a:cs typeface="Raleway" pitchFamily="34" charset="-120"/>
              </a:rPr>
              <a:t>LOCAL RELEVANCE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DB9E0A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44" name="BlokTextu 43">
            <a:extLst>
              <a:ext uri="{FF2B5EF4-FFF2-40B4-BE49-F238E27FC236}">
                <a16:creationId xmlns:a16="http://schemas.microsoft.com/office/drawing/2014/main" id="{50FB2B9D-5BF3-E696-CF58-6E2C8B6943F9}"/>
              </a:ext>
            </a:extLst>
          </p:cNvPr>
          <p:cNvSpPr txBox="1"/>
          <p:nvPr/>
        </p:nvSpPr>
        <p:spPr>
          <a:xfrm>
            <a:off x="6398153" y="2219702"/>
            <a:ext cx="2736704" cy="608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EMOTIONAL CONNECTION</a:t>
            </a:r>
          </a:p>
        </p:txBody>
      </p:sp>
      <p:sp>
        <p:nvSpPr>
          <p:cNvPr id="45" name="BlokTextu 44">
            <a:extLst>
              <a:ext uri="{FF2B5EF4-FFF2-40B4-BE49-F238E27FC236}">
                <a16:creationId xmlns:a16="http://schemas.microsoft.com/office/drawing/2014/main" id="{ADD1CCD0-4C32-DD5C-9620-23A03322534C}"/>
              </a:ext>
            </a:extLst>
          </p:cNvPr>
          <p:cNvSpPr txBox="1"/>
          <p:nvPr/>
        </p:nvSpPr>
        <p:spPr>
          <a:xfrm>
            <a:off x="2989408" y="4142344"/>
            <a:ext cx="2024754" cy="608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EASE &amp; COMFORT</a:t>
            </a:r>
          </a:p>
        </p:txBody>
      </p:sp>
      <p:sp>
        <p:nvSpPr>
          <p:cNvPr id="46" name="BlokTextu 45">
            <a:extLst>
              <a:ext uri="{FF2B5EF4-FFF2-40B4-BE49-F238E27FC236}">
                <a16:creationId xmlns:a16="http://schemas.microsoft.com/office/drawing/2014/main" id="{BE254D18-D9EF-A179-84E6-6A8F603D0835}"/>
              </a:ext>
            </a:extLst>
          </p:cNvPr>
          <p:cNvSpPr txBox="1"/>
          <p:nvPr/>
        </p:nvSpPr>
        <p:spPr>
          <a:xfrm>
            <a:off x="6398152" y="4160728"/>
            <a:ext cx="2214018" cy="608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TRUST &amp; FAIR VALUE</a:t>
            </a:r>
          </a:p>
        </p:txBody>
      </p:sp>
      <p:sp>
        <p:nvSpPr>
          <p:cNvPr id="48" name="BlokTextu 47">
            <a:extLst>
              <a:ext uri="{FF2B5EF4-FFF2-40B4-BE49-F238E27FC236}">
                <a16:creationId xmlns:a16="http://schemas.microsoft.com/office/drawing/2014/main" id="{89E99659-FE56-6E52-821E-B2AD0C55611F}"/>
              </a:ext>
            </a:extLst>
          </p:cNvPr>
          <p:cNvSpPr txBox="1"/>
          <p:nvPr/>
        </p:nvSpPr>
        <p:spPr>
          <a:xfrm>
            <a:off x="1170030" y="2799377"/>
            <a:ext cx="38441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reflects the culture,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humour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, and stories people truly connect with</a:t>
            </a:r>
            <a:endParaRPr kumimoji="0" lang="sk-SK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49" name="BlokTextu 48">
            <a:extLst>
              <a:ext uri="{FF2B5EF4-FFF2-40B4-BE49-F238E27FC236}">
                <a16:creationId xmlns:a16="http://schemas.microsoft.com/office/drawing/2014/main" id="{915D0F6E-DB84-EFB4-B333-3299B70ED378}"/>
              </a:ext>
            </a:extLst>
          </p:cNvPr>
          <p:cNvSpPr txBox="1"/>
          <p:nvPr/>
        </p:nvSpPr>
        <p:spPr>
          <a:xfrm>
            <a:off x="6398152" y="2824996"/>
            <a:ext cx="46903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 creates moments viewers feel, share, and talk about, from comfort to high-stakes excitement</a:t>
            </a:r>
          </a:p>
        </p:txBody>
      </p:sp>
      <p:sp>
        <p:nvSpPr>
          <p:cNvPr id="50" name="BlokTextu 49">
            <a:extLst>
              <a:ext uri="{FF2B5EF4-FFF2-40B4-BE49-F238E27FC236}">
                <a16:creationId xmlns:a16="http://schemas.microsoft.com/office/drawing/2014/main" id="{4F53C2DF-FF89-6311-EB96-072E44AAD2A3}"/>
              </a:ext>
            </a:extLst>
          </p:cNvPr>
          <p:cNvSpPr txBox="1"/>
          <p:nvPr/>
        </p:nvSpPr>
        <p:spPr>
          <a:xfrm>
            <a:off x="6398152" y="4766022"/>
            <a:ext cx="35887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 is clear, honest, and worth paying for, built on long-term viewer confidence</a:t>
            </a:r>
          </a:p>
        </p:txBody>
      </p:sp>
      <p:sp>
        <p:nvSpPr>
          <p:cNvPr id="51" name="BlokTextu 50">
            <a:extLst>
              <a:ext uri="{FF2B5EF4-FFF2-40B4-BE49-F238E27FC236}">
                <a16:creationId xmlns:a16="http://schemas.microsoft.com/office/drawing/2014/main" id="{83436DA3-7A3D-7F56-F09A-6FE6273BB797}"/>
              </a:ext>
            </a:extLst>
          </p:cNvPr>
          <p:cNvSpPr txBox="1"/>
          <p:nvPr/>
        </p:nvSpPr>
        <p:spPr>
          <a:xfrm>
            <a:off x="1076104" y="4724584"/>
            <a:ext cx="39380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 makes choosing entertainment simple, without endless scrolling or overload</a:t>
            </a:r>
          </a:p>
        </p:txBody>
      </p:sp>
      <p:sp>
        <p:nvSpPr>
          <p:cNvPr id="8" name="Zástupný objekt pre číslo snímky 7">
            <a:extLst>
              <a:ext uri="{FF2B5EF4-FFF2-40B4-BE49-F238E27FC236}">
                <a16:creationId xmlns:a16="http://schemas.microsoft.com/office/drawing/2014/main" id="{D5A48AE0-C0C3-93E1-54C0-9DBE7ABB2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1584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5F62701-443B-10C3-A410-F6436F479309}"/>
              </a:ext>
            </a:extLst>
          </p:cNvPr>
          <p:cNvSpPr/>
          <p:nvPr/>
        </p:nvSpPr>
        <p:spPr>
          <a:xfrm rot="5400000">
            <a:off x="5405483" y="-97653"/>
            <a:ext cx="1372945" cy="11268362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F92677-DD17-2D1C-DD98-1B6F69A7F29D}"/>
              </a:ext>
            </a:extLst>
          </p:cNvPr>
          <p:cNvSpPr/>
          <p:nvPr/>
        </p:nvSpPr>
        <p:spPr>
          <a:xfrm rot="5400000">
            <a:off x="5487179" y="-1632765"/>
            <a:ext cx="1209553" cy="11268362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77B32E-F55C-90ED-8F30-E745DB2D222B}"/>
              </a:ext>
            </a:extLst>
          </p:cNvPr>
          <p:cNvSpPr/>
          <p:nvPr/>
        </p:nvSpPr>
        <p:spPr>
          <a:xfrm rot="5400000">
            <a:off x="5487178" y="-3086179"/>
            <a:ext cx="1209553" cy="11268362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064D097-2175-C2AB-D057-7F9F8A36E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582" y="615071"/>
            <a:ext cx="9901382" cy="656164"/>
          </a:xfrm>
        </p:spPr>
        <p:txBody>
          <a:bodyPr>
            <a:normAutofit/>
          </a:bodyPr>
          <a:lstStyle/>
          <a:p>
            <a:r>
              <a:rPr lang="sk-SK" sz="4000" dirty="0">
                <a:latin typeface="Gotham Black"/>
              </a:rPr>
              <a:t>VOYO </a:t>
            </a:r>
            <a:r>
              <a:rPr lang="sk-SK" sz="4000" b="1" dirty="0">
                <a:latin typeface="Gotham Black"/>
              </a:rPr>
              <a:t>Brand Foundation</a:t>
            </a: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1E8E66A5-AA77-94F7-D0E6-5017C22261E5}"/>
              </a:ext>
            </a:extLst>
          </p:cNvPr>
          <p:cNvSpPr txBox="1"/>
          <p:nvPr/>
        </p:nvSpPr>
        <p:spPr>
          <a:xfrm>
            <a:off x="565633" y="1943225"/>
            <a:ext cx="11090787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ESSENCE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is local streaming, fully in tune with your world, with premium entertainment at its heart</a:t>
            </a: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ED431347-693D-AF6C-8E54-B8FE18517B33}"/>
              </a:ext>
            </a:extLst>
          </p:cNvPr>
          <p:cNvSpPr txBox="1"/>
          <p:nvPr/>
        </p:nvSpPr>
        <p:spPr>
          <a:xfrm>
            <a:off x="672297" y="3416891"/>
            <a:ext cx="110907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PURPOSE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exists to bring people effortless access to entertainment that feels close, exciting, and worth coming back to, every day</a:t>
            </a: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CEAF4DE8-39E8-42AE-0E7C-33CEC2A7C38C}"/>
              </a:ext>
            </a:extLst>
          </p:cNvPr>
          <p:cNvSpPr txBox="1"/>
          <p:nvPr/>
        </p:nvSpPr>
        <p:spPr>
          <a:xfrm>
            <a:off x="672297" y="4904238"/>
            <a:ext cx="110907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POSITIONING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 is the local streaming service for people who want entertainment that fits their world, combining trusted local favorites with premium series, sport, and big shared moments,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on their terms</a:t>
            </a:r>
          </a:p>
        </p:txBody>
      </p:sp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5A740B7C-D6A1-7514-68EB-6DD455900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0571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ástupný objekt pre obsah 6">
            <a:extLst>
              <a:ext uri="{FF2B5EF4-FFF2-40B4-BE49-F238E27FC236}">
                <a16:creationId xmlns:a16="http://schemas.microsoft.com/office/drawing/2014/main" id="{1254AAE6-3F39-B4A5-7720-1F2FF3B17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latin typeface="Gotham Black"/>
              </a:rPr>
              <a:t>VOYO</a:t>
            </a:r>
            <a:r>
              <a:rPr lang="en-US" sz="2000" dirty="0">
                <a:latin typeface="Gotham Black"/>
              </a:rPr>
              <a:t> is local streaming, fully in tune with your world, with premium entertainment at its heart.</a:t>
            </a:r>
          </a:p>
          <a:p>
            <a:pPr marL="0" indent="0">
              <a:buNone/>
            </a:pPr>
            <a:endParaRPr lang="sk-SK" sz="2000" dirty="0">
              <a:latin typeface="Gotham Black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6D446E-C04D-32F9-992C-EF60B073BC27}"/>
              </a:ext>
            </a:extLst>
          </p:cNvPr>
          <p:cNvSpPr/>
          <p:nvPr/>
        </p:nvSpPr>
        <p:spPr>
          <a:xfrm rot="5400000">
            <a:off x="1839906" y="1283032"/>
            <a:ext cx="2302258" cy="4753635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88657A-12EC-175E-C507-B58E93FD7C1F}"/>
              </a:ext>
            </a:extLst>
          </p:cNvPr>
          <p:cNvSpPr/>
          <p:nvPr/>
        </p:nvSpPr>
        <p:spPr>
          <a:xfrm rot="5400000">
            <a:off x="7568929" y="966967"/>
            <a:ext cx="2302258" cy="5385766"/>
          </a:xfrm>
          <a:prstGeom prst="rect">
            <a:avLst/>
          </a:prstGeom>
          <a:gradFill>
            <a:gsLst>
              <a:gs pos="0">
                <a:srgbClr val="6A0294">
                  <a:alpha val="0"/>
                </a:srgbClr>
              </a:gs>
              <a:gs pos="100000">
                <a:srgbClr val="6A029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E28F283-1436-4753-A894-48F8F977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3500"/>
            <a:ext cx="9901382" cy="656164"/>
          </a:xfrm>
        </p:spPr>
        <p:txBody>
          <a:bodyPr>
            <a:normAutofit/>
          </a:bodyPr>
          <a:lstStyle/>
          <a:p>
            <a:r>
              <a:rPr lang="sk-SK" sz="4000" dirty="0">
                <a:latin typeface="Gotham Black"/>
              </a:rPr>
              <a:t>VOYO </a:t>
            </a:r>
            <a:r>
              <a:rPr lang="sk-SK" sz="4000" b="1" dirty="0">
                <a:latin typeface="Gotham Black"/>
              </a:rPr>
              <a:t>Brand Essence</a:t>
            </a:r>
          </a:p>
        </p:txBody>
      </p:sp>
      <p:sp>
        <p:nvSpPr>
          <p:cNvPr id="14" name="BlokTextu 13">
            <a:extLst>
              <a:ext uri="{FF2B5EF4-FFF2-40B4-BE49-F238E27FC236}">
                <a16:creationId xmlns:a16="http://schemas.microsoft.com/office/drawing/2014/main" id="{E2133F02-C3F8-6D31-1576-74D2621D64A7}"/>
              </a:ext>
            </a:extLst>
          </p:cNvPr>
          <p:cNvSpPr txBox="1"/>
          <p:nvPr/>
        </p:nvSpPr>
        <p:spPr>
          <a:xfrm>
            <a:off x="779058" y="2626067"/>
            <a:ext cx="50934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 always aims for: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Closeness with premium quality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Big entertainment moments</a:t>
            </a:r>
            <a:r>
              <a:rPr kumimoji="0" lang="sk-SK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, m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ade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easy to choose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Local relevance that feels current and alive</a:t>
            </a:r>
          </a:p>
        </p:txBody>
      </p:sp>
      <p:sp>
        <p:nvSpPr>
          <p:cNvPr id="17" name="BlokTextu 16">
            <a:extLst>
              <a:ext uri="{FF2B5EF4-FFF2-40B4-BE49-F238E27FC236}">
                <a16:creationId xmlns:a16="http://schemas.microsoft.com/office/drawing/2014/main" id="{010D265F-C0F1-1036-8116-2F76DCB2B27E}"/>
              </a:ext>
            </a:extLst>
          </p:cNvPr>
          <p:cNvSpPr txBox="1"/>
          <p:nvPr/>
        </p:nvSpPr>
        <p:spPr>
          <a:xfrm>
            <a:off x="6336593" y="2626067"/>
            <a:ext cx="50934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What VOYO avoids: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Endless noise and decision fatigue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Generic, one-size-fits-all entertainment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Hype without real connection</a:t>
            </a:r>
          </a:p>
        </p:txBody>
      </p:sp>
      <p:sp>
        <p:nvSpPr>
          <p:cNvPr id="19" name="BlokTextu 18">
            <a:extLst>
              <a:ext uri="{FF2B5EF4-FFF2-40B4-BE49-F238E27FC236}">
                <a16:creationId xmlns:a16="http://schemas.microsoft.com/office/drawing/2014/main" id="{BCE60710-DF78-72C5-00C0-F82F7446ADF6}"/>
              </a:ext>
            </a:extLst>
          </p:cNvPr>
          <p:cNvSpPr txBox="1"/>
          <p:nvPr/>
        </p:nvSpPr>
        <p:spPr>
          <a:xfrm>
            <a:off x="569973" y="5043030"/>
            <a:ext cx="110333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Roboto" pitchFamily="34" charset="-122"/>
                <a:cs typeface="Roboto" pitchFamily="34" charset="-120"/>
              </a:rPr>
              <a:t>VOYO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Roboto" pitchFamily="34" charset="-122"/>
                <a:cs typeface="Roboto" pitchFamily="34" charset="-120"/>
              </a:rPr>
              <a:t> brings premium entertainment that feels like it belongs in your world.</a:t>
            </a:r>
          </a:p>
        </p:txBody>
      </p:sp>
      <p:sp>
        <p:nvSpPr>
          <p:cNvPr id="20" name="BlokTextu 19">
            <a:extLst>
              <a:ext uri="{FF2B5EF4-FFF2-40B4-BE49-F238E27FC236}">
                <a16:creationId xmlns:a16="http://schemas.microsoft.com/office/drawing/2014/main" id="{F5BC58F7-B9D7-376C-36DE-41F617B4183E}"/>
              </a:ext>
            </a:extLst>
          </p:cNvPr>
          <p:cNvSpPr txBox="1"/>
          <p:nvPr/>
        </p:nvSpPr>
        <p:spPr>
          <a:xfrm>
            <a:off x="1261917" y="5588579"/>
            <a:ext cx="73486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Essence check</a:t>
            </a:r>
          </a:p>
          <a:p>
            <a:pPr marL="0" marR="0" lvl="0" indent="0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“Does this feel like VOYO - close, premium, and made for this world?”</a:t>
            </a:r>
          </a:p>
        </p:txBody>
      </p:sp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F1BC9311-FAFD-A857-C1F7-79DB22BFC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098" name="Picture 2" descr="Attention PNG transparent image download, size: 2400x2400px">
            <a:extLst>
              <a:ext uri="{FF2B5EF4-FFF2-40B4-BE49-F238E27FC236}">
                <a16:creationId xmlns:a16="http://schemas.microsoft.com/office/drawing/2014/main" id="{40AE2B44-88A5-4729-ACE2-3A16CD783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656" y="5638945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275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8D68516-E46E-81DD-0A67-730C4C884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218" y="1825625"/>
            <a:ext cx="11277600" cy="3611614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latin typeface="Gotham Black"/>
              </a:rPr>
              <a:t>VOYO exists to bring </a:t>
            </a:r>
            <a:r>
              <a:rPr lang="en-US" sz="1800" b="1" dirty="0">
                <a:latin typeface="Gotham Black"/>
              </a:rPr>
              <a:t>people effortless access to entertainment </a:t>
            </a:r>
            <a:r>
              <a:rPr lang="en-US" sz="1800" dirty="0">
                <a:latin typeface="Gotham Black"/>
              </a:rPr>
              <a:t>that feels close, exciting, and worth coming back to, every day.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800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DB9E0A"/>
                </a:solidFill>
                <a:latin typeface="Gotham Black"/>
              </a:rPr>
              <a:t>What this means:</a:t>
            </a:r>
            <a:endParaRPr lang="cs-CZ" sz="1800" b="1" dirty="0">
              <a:solidFill>
                <a:srgbClr val="DB9E0A"/>
              </a:solidFill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700" dirty="0">
              <a:latin typeface="Gotham Black"/>
            </a:endParaRPr>
          </a:p>
          <a:p>
            <a:pPr>
              <a:lnSpc>
                <a:spcPct val="120000"/>
              </a:lnSpc>
            </a:pPr>
            <a:r>
              <a:rPr lang="en-US" sz="1800" dirty="0">
                <a:latin typeface="Gotham Black"/>
              </a:rPr>
              <a:t>We make </a:t>
            </a:r>
            <a:r>
              <a:rPr lang="en-US" sz="1800" b="1" dirty="0">
                <a:latin typeface="Gotham Black"/>
              </a:rPr>
              <a:t>premium entertainment easy to choose </a:t>
            </a:r>
            <a:r>
              <a:rPr lang="en-US" sz="1800" dirty="0">
                <a:latin typeface="Gotham Black"/>
              </a:rPr>
              <a:t>and enjoy, without overload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latin typeface="Gotham Black"/>
              </a:rPr>
              <a:t>We bring </a:t>
            </a:r>
            <a:r>
              <a:rPr lang="en-US" sz="1800" b="1" dirty="0">
                <a:latin typeface="Gotham Black"/>
              </a:rPr>
              <a:t>local stories, reality, sport, and global hits </a:t>
            </a:r>
            <a:r>
              <a:rPr lang="en-US" sz="1800" dirty="0">
                <a:latin typeface="Gotham Black"/>
              </a:rPr>
              <a:t>in a way that feels culturally close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latin typeface="Gotham Black"/>
              </a:rPr>
              <a:t>We create </a:t>
            </a:r>
            <a:r>
              <a:rPr lang="en-US" sz="1800" b="1" dirty="0">
                <a:latin typeface="Gotham Black"/>
              </a:rPr>
              <a:t>everyday viewing moments</a:t>
            </a:r>
            <a:r>
              <a:rPr lang="en-US" sz="1800" dirty="0">
                <a:latin typeface="Gotham Black"/>
              </a:rPr>
              <a:t>, from comfort to high-energy excitement</a:t>
            </a:r>
            <a:endParaRPr lang="sk-SK" sz="1800" dirty="0">
              <a:latin typeface="Gotham Black"/>
            </a:endParaRPr>
          </a:p>
          <a:p>
            <a:pPr>
              <a:lnSpc>
                <a:spcPct val="120000"/>
              </a:lnSpc>
            </a:pPr>
            <a:endParaRPr lang="sk-SK" sz="1200" dirty="0">
              <a:latin typeface="Gotham Black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8F4C5C-568E-83B3-D537-C42833C1F6C9}"/>
              </a:ext>
            </a:extLst>
          </p:cNvPr>
          <p:cNvSpPr/>
          <p:nvPr/>
        </p:nvSpPr>
        <p:spPr>
          <a:xfrm rot="5400000">
            <a:off x="4978315" y="-1454226"/>
            <a:ext cx="2358905" cy="11268362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75A161E-9CCE-ED68-9E81-309E1B635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5071"/>
            <a:ext cx="9901382" cy="656164"/>
          </a:xfrm>
        </p:spPr>
        <p:txBody>
          <a:bodyPr>
            <a:normAutofit/>
          </a:bodyPr>
          <a:lstStyle/>
          <a:p>
            <a:r>
              <a:rPr lang="sk-SK" sz="4000" dirty="0">
                <a:latin typeface="Gotham Black"/>
              </a:rPr>
              <a:t>VOYO </a:t>
            </a:r>
            <a:r>
              <a:rPr lang="sk-SK" sz="4000" b="1" dirty="0">
                <a:latin typeface="Gotham Black"/>
              </a:rPr>
              <a:t>Brand Purpose</a:t>
            </a:r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8414B9DE-4383-03E8-4D8F-8967682E65D9}"/>
              </a:ext>
            </a:extLst>
          </p:cNvPr>
          <p:cNvSpPr txBox="1"/>
          <p:nvPr/>
        </p:nvSpPr>
        <p:spPr>
          <a:xfrm>
            <a:off x="1252393" y="5575832"/>
            <a:ext cx="87298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600" b="1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+mn-cs"/>
              </a:rPr>
              <a:t>Purpose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+mn-cs"/>
              </a:rPr>
              <a:t> check</a:t>
            </a:r>
          </a:p>
          <a:p>
            <a:pPr marL="0" marR="0" lvl="0" indent="0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+mn-cs"/>
              </a:rPr>
              <a:t>“Does this make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+mn-cs"/>
              </a:rPr>
              <a:t>VOYO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+mn-cs"/>
              </a:rPr>
              <a:t> the easiest way to enjoy entertainment that fits our world?”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1BCFD386-263F-B9E5-1EFC-00E8B80BC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8" name="Picture 2" descr="Attention PNG transparent image download, size: 2400x2400px">
            <a:extLst>
              <a:ext uri="{FF2B5EF4-FFF2-40B4-BE49-F238E27FC236}">
                <a16:creationId xmlns:a16="http://schemas.microsoft.com/office/drawing/2014/main" id="{85B9F4A4-BCAE-CCB5-9734-436F4DB4C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656" y="5638945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8446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72B0F42-FF60-1FE3-F3DD-D0A072CC4A2A}"/>
              </a:ext>
            </a:extLst>
          </p:cNvPr>
          <p:cNvSpPr/>
          <p:nvPr/>
        </p:nvSpPr>
        <p:spPr>
          <a:xfrm rot="5400000">
            <a:off x="7546523" y="2493416"/>
            <a:ext cx="1587658" cy="4753635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D2602C-91BB-024B-AA1A-155382130C2E}"/>
              </a:ext>
            </a:extLst>
          </p:cNvPr>
          <p:cNvSpPr/>
          <p:nvPr/>
        </p:nvSpPr>
        <p:spPr>
          <a:xfrm rot="5400000">
            <a:off x="7546523" y="803432"/>
            <a:ext cx="1587658" cy="4753635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0D271B-BBC0-574C-A2A1-EDCAEA245E5E}"/>
              </a:ext>
            </a:extLst>
          </p:cNvPr>
          <p:cNvSpPr/>
          <p:nvPr/>
        </p:nvSpPr>
        <p:spPr>
          <a:xfrm rot="16200000">
            <a:off x="2342285" y="800811"/>
            <a:ext cx="1587658" cy="4753635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A705FC-AC00-094C-AE90-1DF44971D8F1}"/>
              </a:ext>
            </a:extLst>
          </p:cNvPr>
          <p:cNvSpPr/>
          <p:nvPr/>
        </p:nvSpPr>
        <p:spPr>
          <a:xfrm rot="16200000">
            <a:off x="2342285" y="2490795"/>
            <a:ext cx="1587658" cy="4753635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ECA0FDB-4832-3F96-0BC8-89FAB4DA2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08928"/>
            <a:ext cx="9901382" cy="656164"/>
          </a:xfrm>
        </p:spPr>
        <p:txBody>
          <a:bodyPr>
            <a:normAutofit/>
          </a:bodyPr>
          <a:lstStyle/>
          <a:p>
            <a:r>
              <a:rPr lang="sk-SK" sz="4000" dirty="0">
                <a:latin typeface="Gotham Black"/>
              </a:rPr>
              <a:t>VOYO </a:t>
            </a:r>
            <a:r>
              <a:rPr lang="sk-SK" sz="4000" b="1" dirty="0">
                <a:latin typeface="Gotham Black"/>
              </a:rPr>
              <a:t>Positioning Statement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3ED8ECC-26BF-DA6B-AB50-6E672253E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588707"/>
            <a:ext cx="11277600" cy="10789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latin typeface="Gotham Black"/>
              </a:rPr>
              <a:t>VOYO</a:t>
            </a:r>
            <a:r>
              <a:rPr lang="en-US" sz="1800" dirty="0">
                <a:latin typeface="Gotham Black"/>
              </a:rPr>
              <a:t> is the local streaming service for people who want entertainment that fits their world, combining trusted local favorites with premium series, sport, and big shared moments, on their terms.</a:t>
            </a:r>
          </a:p>
          <a:p>
            <a:pPr marL="0" indent="0">
              <a:buNone/>
            </a:pPr>
            <a:endParaRPr lang="sk-SK" sz="1800" dirty="0">
              <a:latin typeface="Gotham Black"/>
            </a:endParaRP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7985E1BA-288A-1AC1-B554-921EC152A7AC}"/>
              </a:ext>
            </a:extLst>
          </p:cNvPr>
          <p:cNvSpPr txBox="1"/>
          <p:nvPr/>
        </p:nvSpPr>
        <p:spPr>
          <a:xfrm>
            <a:off x="1366693" y="5792053"/>
            <a:ext cx="111622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Positioning check</a:t>
            </a:r>
          </a:p>
          <a:p>
            <a:pPr marL="0" marR="0" lvl="0" indent="0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“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Does this make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VOYO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 feel like the most relevant and exciting local streaming choice?”</a:t>
            </a: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026B298B-036A-0586-786C-48FBC08F3E1F}"/>
              </a:ext>
            </a:extLst>
          </p:cNvPr>
          <p:cNvSpPr txBox="1"/>
          <p:nvPr/>
        </p:nvSpPr>
        <p:spPr>
          <a:xfrm>
            <a:off x="691346" y="2514352"/>
            <a:ext cx="460073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6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TARGET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DB9E0A"/>
              </a:solidFill>
              <a:effectLst/>
              <a:uLnTx/>
              <a:uFillTx/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600" b="1" i="0" u="none" strike="noStrike" kern="1200" cap="none" spc="0" normalizeH="0" baseline="0" noProof="0" dirty="0">
              <a:ln>
                <a:noFill/>
              </a:ln>
              <a:solidFill>
                <a:srgbClr val="DB9E0A"/>
              </a:solidFill>
              <a:effectLst/>
              <a:uLnTx/>
              <a:uFillTx/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Local audiences who want culturally close entertainment that is easy to choose and worth watching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BlokTextu 10">
            <a:extLst>
              <a:ext uri="{FF2B5EF4-FFF2-40B4-BE49-F238E27FC236}">
                <a16:creationId xmlns:a16="http://schemas.microsoft.com/office/drawing/2014/main" id="{9E82A3AE-AEC6-207C-39ED-47066DF04CF6}"/>
              </a:ext>
            </a:extLst>
          </p:cNvPr>
          <p:cNvSpPr txBox="1"/>
          <p:nvPr/>
        </p:nvSpPr>
        <p:spPr>
          <a:xfrm>
            <a:off x="6115050" y="2551445"/>
            <a:ext cx="51859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6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FRAME OF REFERENCE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DB9E0A"/>
              </a:solidFill>
              <a:effectLst/>
              <a:uLnTx/>
              <a:uFillTx/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600" b="1" i="0" u="none" strike="noStrike" kern="1200" cap="none" spc="0" normalizeH="0" baseline="0" noProof="0" dirty="0">
              <a:ln>
                <a:noFill/>
              </a:ln>
              <a:solidFill>
                <a:srgbClr val="DB9E0A"/>
              </a:solidFill>
              <a:effectLst/>
              <a:uLnTx/>
              <a:uFillTx/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Streaming services</a:t>
            </a:r>
          </a:p>
        </p:txBody>
      </p:sp>
      <p:sp>
        <p:nvSpPr>
          <p:cNvPr id="12" name="BlokTextu 11">
            <a:extLst>
              <a:ext uri="{FF2B5EF4-FFF2-40B4-BE49-F238E27FC236}">
                <a16:creationId xmlns:a16="http://schemas.microsoft.com/office/drawing/2014/main" id="{D96D1875-284B-107D-4D2C-BFD1500C7B49}"/>
              </a:ext>
            </a:extLst>
          </p:cNvPr>
          <p:cNvSpPr txBox="1"/>
          <p:nvPr/>
        </p:nvSpPr>
        <p:spPr>
          <a:xfrm>
            <a:off x="567947" y="4249077"/>
            <a:ext cx="472413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6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POINT OF DIFFERENCE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600" b="1" i="0" u="none" strike="noStrike" kern="1200" cap="none" spc="0" normalizeH="0" baseline="0" noProof="0" dirty="0">
              <a:ln>
                <a:noFill/>
              </a:ln>
              <a:solidFill>
                <a:srgbClr val="DB9E0A"/>
              </a:solidFill>
              <a:effectLst/>
              <a:uLnTx/>
              <a:uFillTx/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Local relevance with premium scale, curated across series, reality, sport, and films</a:t>
            </a:r>
          </a:p>
        </p:txBody>
      </p:sp>
      <p:sp>
        <p:nvSpPr>
          <p:cNvPr id="13" name="BlokTextu 12">
            <a:extLst>
              <a:ext uri="{FF2B5EF4-FFF2-40B4-BE49-F238E27FC236}">
                <a16:creationId xmlns:a16="http://schemas.microsoft.com/office/drawing/2014/main" id="{3DE0A86A-BCC6-E9CE-FAF0-3984F6CD84D4}"/>
              </a:ext>
            </a:extLst>
          </p:cNvPr>
          <p:cNvSpPr txBox="1"/>
          <p:nvPr/>
        </p:nvSpPr>
        <p:spPr>
          <a:xfrm>
            <a:off x="6182851" y="4249077"/>
            <a:ext cx="395174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6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POINT OF DIFFERENCE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srgbClr val="DB9E0A"/>
              </a:solidFill>
              <a:effectLst/>
              <a:uLnTx/>
              <a:uFillTx/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Strong local originals and stars, born in CEE with deep audience understanding, delivering premium entertainment moments</a:t>
            </a:r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D557F092-15D9-B1C2-17E7-3AEF804D2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pic>
        <p:nvPicPr>
          <p:cNvPr id="22" name="Picture 2" descr="Attention PNG transparent image download, size: 2400x2400px">
            <a:extLst>
              <a:ext uri="{FF2B5EF4-FFF2-40B4-BE49-F238E27FC236}">
                <a16:creationId xmlns:a16="http://schemas.microsoft.com/office/drawing/2014/main" id="{81BFF6EF-5313-5FDB-F409-28A27667BA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296" y="5837710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3316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F013C-C6EA-2B65-A660-CC8045A5C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9578123-82EC-49B9-6CF6-356EFCAA6874}"/>
              </a:ext>
            </a:extLst>
          </p:cNvPr>
          <p:cNvSpPr/>
          <p:nvPr/>
        </p:nvSpPr>
        <p:spPr>
          <a:xfrm rot="5400000">
            <a:off x="7706959" y="2602532"/>
            <a:ext cx="1861655" cy="4753635"/>
          </a:xfrm>
          <a:prstGeom prst="rect">
            <a:avLst/>
          </a:prstGeom>
          <a:gradFill>
            <a:gsLst>
              <a:gs pos="0">
                <a:srgbClr val="6A0294">
                  <a:alpha val="0"/>
                </a:srgbClr>
              </a:gs>
              <a:gs pos="100000">
                <a:srgbClr val="6A029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0B8DB7-6A3F-1406-7A72-553961DFC272}"/>
              </a:ext>
            </a:extLst>
          </p:cNvPr>
          <p:cNvSpPr/>
          <p:nvPr/>
        </p:nvSpPr>
        <p:spPr>
          <a:xfrm rot="5400000">
            <a:off x="2205285" y="2602532"/>
            <a:ext cx="1861655" cy="4753635"/>
          </a:xfrm>
          <a:prstGeom prst="rect">
            <a:avLst/>
          </a:prstGeom>
          <a:gradFill>
            <a:gsLst>
              <a:gs pos="0">
                <a:srgbClr val="542F66">
                  <a:alpha val="0"/>
                </a:srgbClr>
              </a:gs>
              <a:gs pos="100000">
                <a:srgbClr val="6A029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632FA7-AEE6-62D6-9288-26A5BB097E36}"/>
              </a:ext>
            </a:extLst>
          </p:cNvPr>
          <p:cNvSpPr/>
          <p:nvPr/>
        </p:nvSpPr>
        <p:spPr>
          <a:xfrm rot="5400000">
            <a:off x="7706960" y="626178"/>
            <a:ext cx="1861655" cy="4753635"/>
          </a:xfrm>
          <a:prstGeom prst="rect">
            <a:avLst/>
          </a:prstGeom>
          <a:gradFill>
            <a:gsLst>
              <a:gs pos="0">
                <a:srgbClr val="6A0294">
                  <a:alpha val="0"/>
                </a:srgbClr>
              </a:gs>
              <a:gs pos="100000">
                <a:srgbClr val="6A029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3300AC-96E7-A8F2-1795-9FC20961EFCA}"/>
              </a:ext>
            </a:extLst>
          </p:cNvPr>
          <p:cNvSpPr/>
          <p:nvPr/>
        </p:nvSpPr>
        <p:spPr>
          <a:xfrm rot="5400000">
            <a:off x="2430586" y="400877"/>
            <a:ext cx="1861655" cy="5204239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5691BF1-EA7F-A77D-E0A5-7749D202F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08062"/>
            <a:ext cx="9901382" cy="656164"/>
          </a:xfrm>
        </p:spPr>
        <p:txBody>
          <a:bodyPr>
            <a:noAutofit/>
          </a:bodyPr>
          <a:lstStyle/>
          <a:p>
            <a:pPr algn="l"/>
            <a:r>
              <a:rPr lang="sk-SK" sz="4000" dirty="0">
                <a:latin typeface="Gotham Black"/>
              </a:rPr>
              <a:t>VOYO</a:t>
            </a:r>
            <a:r>
              <a:rPr lang="en-US" sz="4000" dirty="0">
                <a:latin typeface="Gotham Black"/>
              </a:rPr>
              <a:t> in the </a:t>
            </a:r>
            <a:r>
              <a:rPr lang="sk-SK" sz="4000" b="1" dirty="0">
                <a:latin typeface="Gotham Black"/>
              </a:rPr>
              <a:t>E</a:t>
            </a:r>
            <a:r>
              <a:rPr lang="en-US" sz="4000" b="1" dirty="0" err="1">
                <a:latin typeface="Gotham Black"/>
              </a:rPr>
              <a:t>ntertainment</a:t>
            </a:r>
            <a:r>
              <a:rPr lang="en-US" sz="4000" b="1" dirty="0">
                <a:latin typeface="Gotham Black"/>
              </a:rPr>
              <a:t> </a:t>
            </a:r>
            <a:r>
              <a:rPr lang="sk-SK" sz="4000" b="1" dirty="0">
                <a:latin typeface="Gotham Black"/>
              </a:rPr>
              <a:t>L</a:t>
            </a:r>
            <a:r>
              <a:rPr lang="en-US" sz="4000" b="1" dirty="0" err="1">
                <a:latin typeface="Gotham Black"/>
              </a:rPr>
              <a:t>andscape</a:t>
            </a:r>
            <a:endParaRPr lang="sk-SK" sz="4000" b="1" dirty="0">
              <a:latin typeface="Gotham Black"/>
            </a:endParaRP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8D7A6668-FD6E-1CE4-3F0A-9085510DA011}"/>
              </a:ext>
            </a:extLst>
          </p:cNvPr>
          <p:cNvSpPr txBox="1"/>
          <p:nvPr/>
        </p:nvSpPr>
        <p:spPr>
          <a:xfrm>
            <a:off x="964103" y="2065002"/>
            <a:ext cx="499943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VOYO</a:t>
            </a:r>
          </a:p>
          <a:p>
            <a:pPr marL="0" marR="0" lvl="0" indent="0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Local entertainment, made unmissable</a:t>
            </a:r>
            <a:endParaRPr kumimoji="0" lang="sk-SK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Deep local relevance across series, reality, and sport</a:t>
            </a:r>
          </a:p>
          <a:p>
            <a:pPr marL="238115" marR="0" lvl="0" indent="-238115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Curated entertainment you can trust</a:t>
            </a:r>
          </a:p>
          <a:p>
            <a:pPr marL="238115" marR="0" lvl="0" indent="-238115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Big moments, without overload</a:t>
            </a:r>
          </a:p>
          <a:p>
            <a:pPr marL="238115" marR="0" lvl="0" indent="-238115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Flexible viewing, on your terms</a:t>
            </a:r>
            <a:endParaRPr kumimoji="0" lang="sk-SK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What it gives you: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The most relevant local choice you can trust</a:t>
            </a: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F6B93E54-1B54-0DE9-8074-546EE975B41B}"/>
              </a:ext>
            </a:extLst>
          </p:cNvPr>
          <p:cNvSpPr txBox="1"/>
          <p:nvPr/>
        </p:nvSpPr>
        <p:spPr>
          <a:xfrm>
            <a:off x="899921" y="4179130"/>
            <a:ext cx="506361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Local free to air TV</a:t>
            </a:r>
          </a:p>
          <a:p>
            <a:pPr marL="0" marR="0" lvl="0" indent="0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Entertainment for everyone, at the same time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38115" marR="0" lvl="0" indent="-238115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Strong shared moments and conversations</a:t>
            </a:r>
            <a:endParaRPr kumimoji="0" lang="sk-SK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38115" marR="0" lvl="0" indent="-238115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Fixed schedule and limited control</a:t>
            </a:r>
          </a:p>
          <a:p>
            <a:pPr marL="238115" marR="0" lvl="0" indent="-238115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One-size-fits-all programming</a:t>
            </a:r>
            <a:endParaRPr kumimoji="0" lang="sk-SK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What it gives you: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Familiarity, reach, collective moments</a:t>
            </a:r>
            <a:endParaRPr kumimoji="0" lang="sk-SK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F5ED68BE-B366-1855-417F-34C0CD154F34}"/>
              </a:ext>
            </a:extLst>
          </p:cNvPr>
          <p:cNvSpPr txBox="1"/>
          <p:nvPr/>
        </p:nvSpPr>
        <p:spPr>
          <a:xfrm>
            <a:off x="6550453" y="2115321"/>
            <a:ext cx="438640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Global streamers</a:t>
            </a:r>
          </a:p>
          <a:p>
            <a:pPr marL="0" marR="0" lvl="0" indent="0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Entertainment from everywhere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38115" marR="0" lvl="0" indent="-238115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Global scale and endless choice</a:t>
            </a:r>
            <a:endParaRPr kumimoji="0" lang="sk-SK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38115" marR="0" lvl="0" indent="-238115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Broad global catalogue and trends</a:t>
            </a:r>
          </a:p>
          <a:p>
            <a:pPr marL="238115" marR="0" lvl="0" indent="-238115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Discovery-led viewing experience</a:t>
            </a:r>
            <a:endParaRPr kumimoji="0" lang="sk-SK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What it gives you: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Exploration, trends, global hits</a:t>
            </a:r>
          </a:p>
        </p:txBody>
      </p:sp>
      <p:sp>
        <p:nvSpPr>
          <p:cNvPr id="13" name="BlokTextu 12">
            <a:extLst>
              <a:ext uri="{FF2B5EF4-FFF2-40B4-BE49-F238E27FC236}">
                <a16:creationId xmlns:a16="http://schemas.microsoft.com/office/drawing/2014/main" id="{7A421C54-162A-9655-7FDD-0EF0D9FD706C}"/>
              </a:ext>
            </a:extLst>
          </p:cNvPr>
          <p:cNvSpPr txBox="1"/>
          <p:nvPr/>
        </p:nvSpPr>
        <p:spPr>
          <a:xfrm>
            <a:off x="6550453" y="4159312"/>
            <a:ext cx="468591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AVOD &amp; YouTube</a:t>
            </a:r>
            <a:r>
              <a:rPr kumimoji="0" lang="sk-SK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 (</a:t>
            </a:r>
            <a:r>
              <a:rPr kumimoji="0" lang="sk-SK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free</a:t>
            </a:r>
            <a:r>
              <a:rPr kumimoji="0" lang="sk-SK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sk-SK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tier</a:t>
            </a:r>
            <a:r>
              <a:rPr kumimoji="0" lang="sk-SK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Free entertainment with advertising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38115" marR="0" lvl="0" indent="-238115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Feed-driven,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uncurated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 viewing</a:t>
            </a:r>
            <a:endParaRPr kumimoji="0" lang="sk-SK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38115" marR="0" lvl="0" indent="-238115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Algorithm- or feed-driven experience</a:t>
            </a:r>
          </a:p>
          <a:p>
            <a:pPr marL="238115" marR="0" lvl="0" indent="-238115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Frequent ad interruptions</a:t>
            </a:r>
            <a:endParaRPr kumimoji="0" lang="sk-SK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What it gives you: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Instant access, variety, distraction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7056D0C-CBB4-10AD-1A41-FB5AE15E0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6398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E0B1D88-8DCB-2CAD-BF49-1179B650FFC1}"/>
              </a:ext>
            </a:extLst>
          </p:cNvPr>
          <p:cNvSpPr/>
          <p:nvPr/>
        </p:nvSpPr>
        <p:spPr>
          <a:xfrm>
            <a:off x="8979550" y="4393318"/>
            <a:ext cx="2639597" cy="1825291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89896D-EDB3-DB92-75A8-5AAB741B0266}"/>
              </a:ext>
            </a:extLst>
          </p:cNvPr>
          <p:cNvSpPr/>
          <p:nvPr/>
        </p:nvSpPr>
        <p:spPr>
          <a:xfrm>
            <a:off x="6160853" y="4393319"/>
            <a:ext cx="2639597" cy="1825291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303EB2-11C5-A1FB-3793-98E73B6CA04D}"/>
              </a:ext>
            </a:extLst>
          </p:cNvPr>
          <p:cNvSpPr/>
          <p:nvPr/>
        </p:nvSpPr>
        <p:spPr>
          <a:xfrm>
            <a:off x="3340750" y="4393319"/>
            <a:ext cx="2639597" cy="1825291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4180DC-3321-A034-EFE9-C6D6EE80F7DF}"/>
              </a:ext>
            </a:extLst>
          </p:cNvPr>
          <p:cNvSpPr/>
          <p:nvPr/>
        </p:nvSpPr>
        <p:spPr>
          <a:xfrm>
            <a:off x="472209" y="4393319"/>
            <a:ext cx="2639597" cy="1825291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9998DA1-C21D-6FC2-5D19-61F5F0DD0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08062"/>
            <a:ext cx="9901382" cy="656164"/>
          </a:xfrm>
        </p:spPr>
        <p:txBody>
          <a:bodyPr>
            <a:normAutofit/>
          </a:bodyPr>
          <a:lstStyle/>
          <a:p>
            <a:r>
              <a:rPr lang="sk-SK" sz="4000" dirty="0">
                <a:latin typeface="Gotham Black"/>
              </a:rPr>
              <a:t>VOYO </a:t>
            </a:r>
            <a:r>
              <a:rPr lang="sk-SK" sz="4000" b="1" dirty="0">
                <a:latin typeface="Gotham Black"/>
              </a:rPr>
              <a:t>Target Audience &amp; Needs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E9CACCF-A970-7B54-0534-48B7F2EBC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0672" y="1637941"/>
            <a:ext cx="8213128" cy="16869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DB9E0A"/>
                </a:solidFill>
                <a:latin typeface="Gotham Black"/>
              </a:rPr>
              <a:t>CORE AUDIENCE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latin typeface="Gotham Black"/>
              </a:rPr>
              <a:t>Entertainment viewers with smart devices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latin typeface="Gotham Black"/>
              </a:rPr>
              <a:t>VOYO is built for viewers who want culturally close entertainment that is easy to choose and worth watching anytime</a:t>
            </a: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1A68E5E1-F354-A049-D0C9-32F6F2CC2887}"/>
              </a:ext>
            </a:extLst>
          </p:cNvPr>
          <p:cNvSpPr/>
          <p:nvPr/>
        </p:nvSpPr>
        <p:spPr>
          <a:xfrm>
            <a:off x="510309" y="4458538"/>
            <a:ext cx="2542472" cy="1656260"/>
          </a:xfrm>
          <a:prstGeom prst="roundRect">
            <a:avLst>
              <a:gd name="adj" fmla="val 4647"/>
            </a:avLst>
          </a:prstGeom>
          <a:noFill/>
          <a:ln w="412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EASY CHOICE, </a:t>
            </a:r>
            <a:endParaRPr kumimoji="0" lang="sk-SK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NO OVERLOAD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People want great entertainment without endless scrolling or decision fatigue</a:t>
            </a: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C2561681-D00D-3AB8-E78B-4DB68ABF02AE}"/>
              </a:ext>
            </a:extLst>
          </p:cNvPr>
          <p:cNvSpPr/>
          <p:nvPr/>
        </p:nvSpPr>
        <p:spPr>
          <a:xfrm>
            <a:off x="3340749" y="4390349"/>
            <a:ext cx="2639598" cy="1750582"/>
          </a:xfrm>
          <a:prstGeom prst="roundRect">
            <a:avLst>
              <a:gd name="adj" fmla="val 4647"/>
            </a:avLst>
          </a:prstGeom>
          <a:noFill/>
          <a:ln w="412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CULTURALLY CLOSE STORIES</a:t>
            </a:r>
            <a:endParaRPr kumimoji="0" lang="sk-SK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They want humor, faces, emotions, and formats that feel local, familiar, and naturally “theirs”</a:t>
            </a:r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70B5D739-07CA-F022-EF3B-7214641FCF84}"/>
              </a:ext>
            </a:extLst>
          </p:cNvPr>
          <p:cNvSpPr/>
          <p:nvPr/>
        </p:nvSpPr>
        <p:spPr>
          <a:xfrm>
            <a:off x="6231938" y="4387381"/>
            <a:ext cx="2497425" cy="1750581"/>
          </a:xfrm>
          <a:prstGeom prst="roundRect">
            <a:avLst>
              <a:gd name="adj" fmla="val 4647"/>
            </a:avLst>
          </a:prstGeom>
          <a:noFill/>
          <a:ln w="412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FLEXIBILITY </a:t>
            </a:r>
            <a:endParaRPr kumimoji="0" lang="sk-SK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THAT FITS REAL LIFE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They want to watch anytime, at their own rhythm, without schedules or pressure</a:t>
            </a:r>
            <a:endParaRPr kumimoji="0" lang="sk-SK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17B737EE-7484-7CB8-48E5-BF88A816FB8F}"/>
              </a:ext>
            </a:extLst>
          </p:cNvPr>
          <p:cNvSpPr/>
          <p:nvPr/>
        </p:nvSpPr>
        <p:spPr>
          <a:xfrm>
            <a:off x="8979550" y="4379336"/>
            <a:ext cx="2564459" cy="1750581"/>
          </a:xfrm>
          <a:prstGeom prst="roundRect">
            <a:avLst>
              <a:gd name="adj" fmla="val 4647"/>
            </a:avLst>
          </a:prstGeom>
          <a:noFill/>
          <a:ln w="412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EMOTIONAL MOMENTS WORTH SHARING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They want entertainment that delivers real emotion and shared moments people talk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aboutv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993F8C0E-1826-C0D5-E640-802A46F46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Zástupný objekt pre obsah 2">
            <a:extLst>
              <a:ext uri="{FF2B5EF4-FFF2-40B4-BE49-F238E27FC236}">
                <a16:creationId xmlns:a16="http://schemas.microsoft.com/office/drawing/2014/main" id="{695D5EEF-65F8-C63D-7A80-F307CF65D1B5}"/>
              </a:ext>
            </a:extLst>
          </p:cNvPr>
          <p:cNvSpPr txBox="1">
            <a:spLocks/>
          </p:cNvSpPr>
          <p:nvPr/>
        </p:nvSpPr>
        <p:spPr>
          <a:xfrm>
            <a:off x="472209" y="3908652"/>
            <a:ext cx="11277600" cy="5352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Gotham Book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CORE NEEDS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(across all markets)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29A6CC-92D3-A73D-D8F0-7F7771A9A7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284" y="1847980"/>
            <a:ext cx="1265983" cy="126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209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3BE7B-A7DE-7A84-5977-9D52960F3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08BD661B-7E1C-BF40-1D1C-F72D7848E7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295"/>
            <a:ext cx="9144000" cy="502758"/>
          </a:xfrm>
        </p:spPr>
        <p:txBody>
          <a:bodyPr>
            <a:normAutofit/>
          </a:bodyPr>
          <a:lstStyle/>
          <a:p>
            <a:r>
              <a:rPr lang="sk-SK" sz="2800" dirty="0">
                <a:latin typeface="Gotham Black"/>
              </a:rPr>
              <a:t>Chapter 1</a:t>
            </a:r>
            <a:r>
              <a:rPr lang="en-US" sz="2800" dirty="0">
                <a:latin typeface="Gotham Black"/>
              </a:rPr>
              <a:t>.2</a:t>
            </a:r>
            <a:endParaRPr lang="sk-SK" sz="2800" dirty="0">
              <a:latin typeface="Gotham Black"/>
            </a:endParaRP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C03FC847-11FB-E6D1-A159-DAEF76794F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753" y="3051739"/>
            <a:ext cx="11068493" cy="913975"/>
          </a:xfrm>
        </p:spPr>
        <p:txBody>
          <a:bodyPr>
            <a:normAutofit lnSpcReduction="10000"/>
          </a:bodyPr>
          <a:lstStyle/>
          <a:p>
            <a:r>
              <a:rPr lang="sk-SK" sz="6000" dirty="0">
                <a:latin typeface="Gotham Black"/>
              </a:rPr>
              <a:t>VOYO </a:t>
            </a:r>
            <a:r>
              <a:rPr lang="sk-SK" sz="6000" b="1" dirty="0">
                <a:latin typeface="Gotham Black"/>
              </a:rPr>
              <a:t>North Star</a:t>
            </a: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712A359D-5EF4-04B8-FAFC-211B283FE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82640-75BE-4676-8FBA-7A48CEEC95B0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0162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lokTextu 4">
            <a:extLst>
              <a:ext uri="{FF2B5EF4-FFF2-40B4-BE49-F238E27FC236}">
                <a16:creationId xmlns:a16="http://schemas.microsoft.com/office/drawing/2014/main" id="{698903F5-318B-09D6-52E6-D26CE93128C2}"/>
              </a:ext>
            </a:extLst>
          </p:cNvPr>
          <p:cNvSpPr txBox="1"/>
          <p:nvPr/>
        </p:nvSpPr>
        <p:spPr>
          <a:xfrm>
            <a:off x="457200" y="2458521"/>
            <a:ext cx="11277600" cy="1940957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 is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home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to the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stories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that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matter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in your world</a:t>
            </a:r>
            <a:endParaRPr kumimoji="0" lang="sk-SK" sz="5400" b="0" i="0" u="none" strike="noStrike" kern="1200" cap="none" spc="0" normalizeH="0" baseline="0" noProof="0" dirty="0">
              <a:ln>
                <a:noFill/>
              </a:ln>
              <a:solidFill>
                <a:srgbClr val="FFFBB1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295C5B28-68CA-787F-2B47-E8E68081F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58DE9E1F-63DC-9B95-57E2-3784282FB37E}"/>
              </a:ext>
            </a:extLst>
          </p:cNvPr>
          <p:cNvSpPr txBox="1"/>
          <p:nvPr/>
        </p:nvSpPr>
        <p:spPr>
          <a:xfrm>
            <a:off x="1818968" y="5264603"/>
            <a:ext cx="8554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If it doesn’t feel close, relevant and worth talking about, it’s not VOYO</a:t>
            </a: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1411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7458A-02DB-28CA-28E0-81284A1B7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868AEC-4204-2C69-E0EB-F84448EF9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59" y="619342"/>
            <a:ext cx="9901382" cy="656164"/>
          </a:xfrm>
        </p:spPr>
        <p:txBody>
          <a:bodyPr>
            <a:normAutofit/>
          </a:bodyPr>
          <a:lstStyle/>
          <a:p>
            <a:r>
              <a:rPr lang="sk-SK" sz="4000" dirty="0">
                <a:latin typeface="Gotham Black"/>
              </a:rPr>
              <a:t>VOYO </a:t>
            </a:r>
            <a:r>
              <a:rPr lang="sk-SK" sz="4000" b="1" dirty="0">
                <a:latin typeface="Gotham Black"/>
              </a:rPr>
              <a:t>North Star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7F5CFFF-A097-0600-D71E-09AEE2D6E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9250" y="1847850"/>
            <a:ext cx="6462567" cy="2505074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DB9E0A"/>
                </a:solidFill>
                <a:latin typeface="Gotham Black"/>
              </a:rPr>
              <a:t>WHAT THIS MEANS IN PRACTICE</a:t>
            </a:r>
            <a:endParaRPr lang="sk-SK" sz="1800" b="1" dirty="0">
              <a:solidFill>
                <a:srgbClr val="DB9E0A"/>
              </a:solidFill>
              <a:latin typeface="Gotham Black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sk-SK" sz="1800" b="1" dirty="0">
              <a:latin typeface="Gotham Black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latin typeface="Gotham Black"/>
              </a:rPr>
              <a:t>We </a:t>
            </a:r>
            <a:r>
              <a:rPr lang="en-US" sz="1600" b="1" dirty="0">
                <a:latin typeface="Gotham Black"/>
              </a:rPr>
              <a:t>lead with stories</a:t>
            </a:r>
            <a:r>
              <a:rPr lang="en-US" sz="1600" dirty="0">
                <a:latin typeface="Gotham Black"/>
              </a:rPr>
              <a:t>, not platforms</a:t>
            </a:r>
          </a:p>
          <a:p>
            <a:r>
              <a:rPr lang="en-US" sz="1600" dirty="0">
                <a:latin typeface="Gotham Black"/>
              </a:rPr>
              <a:t>We </a:t>
            </a:r>
            <a:r>
              <a:rPr lang="en-US" sz="1600" b="1" dirty="0">
                <a:latin typeface="Gotham Black"/>
              </a:rPr>
              <a:t>stay rooted in real life</a:t>
            </a:r>
            <a:r>
              <a:rPr lang="en-US" sz="1600" dirty="0">
                <a:latin typeface="Gotham Black"/>
              </a:rPr>
              <a:t>, not abstract entertainment</a:t>
            </a:r>
          </a:p>
          <a:p>
            <a:r>
              <a:rPr lang="en-US" sz="1600" dirty="0">
                <a:latin typeface="Gotham Black"/>
              </a:rPr>
              <a:t>We choose content that </a:t>
            </a:r>
            <a:r>
              <a:rPr lang="en-US" sz="1600" b="1" dirty="0">
                <a:latin typeface="Gotham Black"/>
              </a:rPr>
              <a:t>sparks conversation </a:t>
            </a:r>
            <a:r>
              <a:rPr lang="en-US" sz="1600" dirty="0">
                <a:latin typeface="Gotham Black"/>
              </a:rPr>
              <a:t>and relevance</a:t>
            </a:r>
          </a:p>
          <a:p>
            <a:r>
              <a:rPr lang="en-US" sz="1600" dirty="0">
                <a:latin typeface="Gotham Black"/>
              </a:rPr>
              <a:t>We build a service people return to — because </a:t>
            </a:r>
            <a:r>
              <a:rPr lang="en-US" sz="1600" b="1" dirty="0">
                <a:latin typeface="Gotham Black"/>
              </a:rPr>
              <a:t>it feels like home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600" dirty="0">
              <a:latin typeface="Gotham Black"/>
            </a:endParaRPr>
          </a:p>
          <a:p>
            <a:endParaRPr lang="sk-SK" sz="1600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8DFBF730-2BA1-216F-BF52-ABEAD2478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Zástupný objekt pre obsah 2">
            <a:extLst>
              <a:ext uri="{FF2B5EF4-FFF2-40B4-BE49-F238E27FC236}">
                <a16:creationId xmlns:a16="http://schemas.microsoft.com/office/drawing/2014/main" id="{1487EB6A-2F3F-B912-E0A9-DC0C261A58E1}"/>
              </a:ext>
            </a:extLst>
          </p:cNvPr>
          <p:cNvSpPr txBox="1">
            <a:spLocks/>
          </p:cNvSpPr>
          <p:nvPr/>
        </p:nvSpPr>
        <p:spPr>
          <a:xfrm>
            <a:off x="402199" y="4352924"/>
            <a:ext cx="5027052" cy="2235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Gotham Book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DECISION FILTER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Before approving any initiative, ask:</a:t>
            </a:r>
          </a:p>
          <a:p>
            <a:pPr marL="228600" marR="0" lvl="0" indent="-22860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Does this strengthen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as the home of the stories that matter in your world?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If not, rethink it</a:t>
            </a:r>
          </a:p>
          <a:p>
            <a:pPr marL="228600" marR="0" lvl="0" indent="-22860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952E36E-11CA-F814-38CB-C744F6BF01CA}"/>
              </a:ext>
            </a:extLst>
          </p:cNvPr>
          <p:cNvGrpSpPr/>
          <p:nvPr/>
        </p:nvGrpSpPr>
        <p:grpSpPr>
          <a:xfrm>
            <a:off x="1875013" y="2382409"/>
            <a:ext cx="2036587" cy="1165124"/>
            <a:chOff x="1306309" y="2415049"/>
            <a:chExt cx="2416943" cy="1435959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FEA6DF9-C802-E925-3079-9FE642D51A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44011" y="2415049"/>
              <a:ext cx="1370676" cy="1370676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D984475-6E4E-0568-E6BA-35668530FC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294992">
              <a:off x="1306309" y="2833879"/>
              <a:ext cx="1017129" cy="1017129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5BDBD7E-F290-BBF8-13EE-37CCCA124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00000">
              <a:off x="2706123" y="2833878"/>
              <a:ext cx="1017129" cy="1017129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787BC64B-3B75-EC9E-5AE9-651B25A1B7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9303" y="4614332"/>
            <a:ext cx="1742017" cy="174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664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600" smtClean="0">
            <a:solidFill>
              <a:schemeClr val="bg1"/>
            </a:solidFill>
            <a:latin typeface="Gotham Book" panose="02000604040000020004" pitchFamily="50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bbb06d7-dc84-41cf-a936-1e85ffed1c67}" enabled="1" method="Standard" siteId="{ac66e848-7cb4-490d-b461-4eb2e62f834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1017</Words>
  <Application>Microsoft Office PowerPoint</Application>
  <PresentationFormat>Widescreen</PresentationFormat>
  <Paragraphs>145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Gotham Black</vt:lpstr>
      <vt:lpstr>Gotham Book</vt:lpstr>
      <vt:lpstr>Gotham Light</vt:lpstr>
      <vt:lpstr>Office Theme</vt:lpstr>
      <vt:lpstr>Motív Office</vt:lpstr>
      <vt:lpstr>Chapter 1</vt:lpstr>
      <vt:lpstr>Chapter 1.1</vt:lpstr>
      <vt:lpstr>Why VOYO matters</vt:lpstr>
      <vt:lpstr>Our Brand Story</vt:lpstr>
      <vt:lpstr>VOYO Brand Values</vt:lpstr>
      <vt:lpstr>VOYO Brand Foundation</vt:lpstr>
      <vt:lpstr>VOYO Brand Essence</vt:lpstr>
      <vt:lpstr>VOYO Brand Purpose</vt:lpstr>
      <vt:lpstr>VOYO Positioning Statement</vt:lpstr>
      <vt:lpstr>VOYO in the Entertainment Landscape</vt:lpstr>
      <vt:lpstr>VOYO Target Audience &amp; Needs</vt:lpstr>
      <vt:lpstr>Chapter 1.2</vt:lpstr>
      <vt:lpstr>PowerPoint Presentation</vt:lpstr>
      <vt:lpstr>VOYO North Star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Strýček, Jakub</dc:creator>
  <cp:lastModifiedBy>Strýček, Jakub</cp:lastModifiedBy>
  <cp:revision>1</cp:revision>
  <dcterms:created xsi:type="dcterms:W3CDTF">2026-02-27T05:37:47Z</dcterms:created>
  <dcterms:modified xsi:type="dcterms:W3CDTF">2026-02-27T10:50:25Z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Theme:8\Motív Office:8</vt:lpwstr>
  </property>
  <property fmtid="{D5CDD505-2E9C-101B-9397-08002B2CF9AE}" pid="3" name="ClassificationContentMarkingFooterText">
    <vt:lpwstr>This item is classified as Internal. Sharing outside of the CME Group is permitted with justification.</vt:lpwstr>
  </property>
</Properties>
</file>