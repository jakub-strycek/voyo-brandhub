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147483065" r:id="rId3"/>
    <p:sldId id="2147483066" r:id="rId4"/>
    <p:sldId id="2147482997" r:id="rId5"/>
    <p:sldId id="2147482998" r:id="rId6"/>
    <p:sldId id="2147482999" r:id="rId7"/>
    <p:sldId id="2147483000" r:id="rId8"/>
    <p:sldId id="2147483067" r:id="rId9"/>
    <p:sldId id="214748300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15B4DE-6FF1-40E8-979B-134143C13C02}" v="9" dt="2026-02-27T10:52:0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rýček, Jakub" userId="0fd0477a-885b-4640-8df6-a47f260f7b47" providerId="ADAL" clId="{642162F9-3CBE-4328-B65F-6EA6B7ABAE33}"/>
    <pc:docChg chg="undo custSel mod addSld delSld modSld delMainMaster modMainMaster">
      <pc:chgData name="Strýček, Jakub" userId="0fd0477a-885b-4640-8df6-a47f260f7b47" providerId="ADAL" clId="{642162F9-3CBE-4328-B65F-6EA6B7ABAE33}" dt="2026-02-27T10:52:04.236" v="17"/>
      <pc:docMkLst>
        <pc:docMk/>
      </pc:docMkLst>
      <pc:sldChg chg="modSp add del mod">
        <pc:chgData name="Strýček, Jakub" userId="0fd0477a-885b-4640-8df6-a47f260f7b47" providerId="ADAL" clId="{642162F9-3CBE-4328-B65F-6EA6B7ABAE33}" dt="2026-02-27T10:52:04.236" v="17"/>
        <pc:sldMkLst>
          <pc:docMk/>
          <pc:sldMk cId="3864379330" sldId="2147482997"/>
        </pc:sldMkLst>
        <pc:spChg chg="mod">
          <ac:chgData name="Strýček, Jakub" userId="0fd0477a-885b-4640-8df6-a47f260f7b47" providerId="ADAL" clId="{642162F9-3CBE-4328-B65F-6EA6B7ABAE33}" dt="2026-02-27T10:52:04.150" v="16"/>
          <ac:spMkLst>
            <pc:docMk/>
            <pc:sldMk cId="3864379330" sldId="2147482997"/>
            <ac:spMk id="2" creationId="{8FF83566-3389-7783-666B-950B399B8647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04.236" v="17"/>
        <pc:sldMkLst>
          <pc:docMk/>
          <pc:sldMk cId="2838702676" sldId="2147482998"/>
        </pc:sldMkLst>
        <pc:spChg chg="mod">
          <ac:chgData name="Strýček, Jakub" userId="0fd0477a-885b-4640-8df6-a47f260f7b47" providerId="ADAL" clId="{642162F9-3CBE-4328-B65F-6EA6B7ABAE33}" dt="2026-02-27T10:52:04.150" v="16"/>
          <ac:spMkLst>
            <pc:docMk/>
            <pc:sldMk cId="2838702676" sldId="2147482998"/>
            <ac:spMk id="2" creationId="{20752142-C367-3A00-BE8A-D6A4C74013C7}"/>
          </ac:spMkLst>
        </pc:spChg>
      </pc:sldChg>
      <pc:sldChg chg="add del">
        <pc:chgData name="Strýček, Jakub" userId="0fd0477a-885b-4640-8df6-a47f260f7b47" providerId="ADAL" clId="{642162F9-3CBE-4328-B65F-6EA6B7ABAE33}" dt="2026-02-27T10:52:04.236" v="17"/>
        <pc:sldMkLst>
          <pc:docMk/>
          <pc:sldMk cId="812167848" sldId="2147482999"/>
        </pc:sldMkLst>
      </pc:sldChg>
      <pc:sldChg chg="add del">
        <pc:chgData name="Strýček, Jakub" userId="0fd0477a-885b-4640-8df6-a47f260f7b47" providerId="ADAL" clId="{642162F9-3CBE-4328-B65F-6EA6B7ABAE33}" dt="2026-02-27T10:52:04.236" v="17"/>
        <pc:sldMkLst>
          <pc:docMk/>
          <pc:sldMk cId="30201596" sldId="2147483000"/>
        </pc:sldMkLst>
      </pc:sldChg>
      <pc:sldChg chg="add del">
        <pc:chgData name="Strýček, Jakub" userId="0fd0477a-885b-4640-8df6-a47f260f7b47" providerId="ADAL" clId="{642162F9-3CBE-4328-B65F-6EA6B7ABAE33}" dt="2026-02-27T10:52:04.236" v="17"/>
        <pc:sldMkLst>
          <pc:docMk/>
          <pc:sldMk cId="2426448880" sldId="2147483003"/>
        </pc:sldMkLst>
      </pc:sldChg>
      <pc:sldChg chg="add del">
        <pc:chgData name="Strýček, Jakub" userId="0fd0477a-885b-4640-8df6-a47f260f7b47" providerId="ADAL" clId="{642162F9-3CBE-4328-B65F-6EA6B7ABAE33}" dt="2026-02-27T10:52:04.236" v="17"/>
        <pc:sldMkLst>
          <pc:docMk/>
          <pc:sldMk cId="3137947271" sldId="2147483065"/>
        </pc:sldMkLst>
      </pc:sldChg>
      <pc:sldChg chg="add del">
        <pc:chgData name="Strýček, Jakub" userId="0fd0477a-885b-4640-8df6-a47f260f7b47" providerId="ADAL" clId="{642162F9-3CBE-4328-B65F-6EA6B7ABAE33}" dt="2026-02-27T10:52:04.236" v="17"/>
        <pc:sldMkLst>
          <pc:docMk/>
          <pc:sldMk cId="3950225546" sldId="2147483066"/>
        </pc:sldMkLst>
      </pc:sldChg>
      <pc:sldChg chg="add del">
        <pc:chgData name="Strýček, Jakub" userId="0fd0477a-885b-4640-8df6-a47f260f7b47" providerId="ADAL" clId="{642162F9-3CBE-4328-B65F-6EA6B7ABAE33}" dt="2026-02-27T10:52:04.236" v="17"/>
        <pc:sldMkLst>
          <pc:docMk/>
          <pc:sldMk cId="2660825428" sldId="2147483067"/>
        </pc:sldMkLst>
      </pc:sldChg>
      <pc:sldMasterChg chg="addSp modSp mod">
        <pc:chgData name="Strýček, Jakub" userId="0fd0477a-885b-4640-8df6-a47f260f7b47" providerId="ADAL" clId="{642162F9-3CBE-4328-B65F-6EA6B7ABAE33}" dt="2026-02-27T07:42:26.561" v="6" actId="33475"/>
        <pc:sldMasterMkLst>
          <pc:docMk/>
          <pc:sldMasterMk cId="4087422552" sldId="2147483648"/>
        </pc:sldMasterMkLst>
        <pc:spChg chg="add mod">
          <ac:chgData name="Strýček, Jakub" userId="0fd0477a-885b-4640-8df6-a47f260f7b47" providerId="ADAL" clId="{642162F9-3CBE-4328-B65F-6EA6B7ABAE33}" dt="2026-02-27T07:42:26.561" v="6" actId="33475"/>
          <ac:spMkLst>
            <pc:docMk/>
            <pc:sldMasterMk cId="4087422552" sldId="2147483648"/>
            <ac:spMk id="8" creationId="{F20F4663-0CCD-5EB4-CA80-B5BA1CB54575}"/>
          </ac:spMkLst>
        </pc:spChg>
      </pc:sldMasterChg>
      <pc:sldMasterChg chg="del delSldLayout">
        <pc:chgData name="Strýček, Jakub" userId="0fd0477a-885b-4640-8df6-a47f260f7b47" providerId="ADAL" clId="{642162F9-3CBE-4328-B65F-6EA6B7ABAE33}" dt="2026-02-27T10:51:45.310" v="11" actId="47"/>
        <pc:sldMasterMkLst>
          <pc:docMk/>
          <pc:sldMasterMk cId="1684813859" sldId="2147483660"/>
        </pc:sldMasterMkLst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1876706962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1579897083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2427738341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497487636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3531140584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80157436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2227361175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2337217644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3582291872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1664155900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3730198029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10:51:45.310" v="11" actId="47"/>
          <pc:sldLayoutMkLst>
            <pc:docMk/>
            <pc:sldMasterMk cId="1684813859" sldId="2147483660"/>
            <pc:sldLayoutMk cId="574886354" sldId="2147483672"/>
          </pc:sldLayoutMkLst>
        </pc:sldLayoutChg>
      </pc:sldMasterChg>
      <pc:sldMasterChg chg="modSp del mod delSldLayout">
        <pc:chgData name="Strýček, Jakub" userId="0fd0477a-885b-4640-8df6-a47f260f7b47" providerId="ADAL" clId="{642162F9-3CBE-4328-B65F-6EA6B7ABAE33}" dt="2026-02-27T07:42:13.398" v="5" actId="47"/>
        <pc:sldMasterMkLst>
          <pc:docMk/>
          <pc:sldMasterMk cId="2327306619" sldId="2147483660"/>
        </pc:sldMasterMkLst>
        <pc:spChg chg="add mod">
          <ac:chgData name="Strýček, Jakub" userId="0fd0477a-885b-4640-8df6-a47f260f7b47" providerId="ADAL" clId="{642162F9-3CBE-4328-B65F-6EA6B7ABAE33}" dt="2026-02-27T05:42:06.296" v="3" actId="33475"/>
          <ac:spMkLst>
            <pc:docMk/>
            <pc:sldMasterMk cId="2327306619" sldId="2147483660"/>
            <ac:spMk id="8" creationId="{6D9CB86B-5A82-B697-C35D-20BA3B20C07B}"/>
          </ac:spMkLst>
        </pc:sp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746461103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2579219914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322627854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3633511626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2921651194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1850956700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2456169489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2413081289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2537315906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3875189112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1641505274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07:42:13.398" v="5" actId="47"/>
          <pc:sldLayoutMkLst>
            <pc:docMk/>
            <pc:sldMasterMk cId="2327306619" sldId="2147483660"/>
            <pc:sldLayoutMk cId="831761653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9360-2E72-0DFC-41C3-B25C3991A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BF8CB-ABA5-5E74-A317-9EAFD501B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BF940-4E35-EA92-8835-72D4FEEA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B8D79-3E85-7A2E-6961-0E6C8AD4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135F6-70C3-BC44-ABC4-5D081CA0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33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C790-535D-4AAF-8CF7-823A3343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343F0-EF02-F791-A312-B243A9BCA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88AC0-975E-D0FB-63CB-1D7DA739A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E8124-1462-A4C9-0B95-4104D6AFB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A76FF-9E95-0013-A161-D1CD934B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83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CE41-F7CD-1C00-1624-C23BB52F2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A3588-92BF-75F6-6F43-BCCED1F31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6A4F3-FE18-C1A9-784B-78265745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8CA18-436D-B606-14F3-1E4F097C4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19C9C-28DD-59E0-51FA-D04EF99C3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20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0A538-2DDC-8338-211B-4BD6F3736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946EE-0590-A9FA-2F5D-742921270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E68D8-53A0-A88D-6FE0-D06F339E0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0F84F-9F3E-9B3F-DADB-12922923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8E5A9-B0D0-1CF3-0A08-349D4573C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F48E8-3676-7F77-0A3E-04979C10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102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0C22-1D07-8C88-507A-75F92EDE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1FDF-78C6-2F97-89F9-63940835E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0CE48-6F24-086B-DD8B-C7C7A68F5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20A57-BE80-5D15-9D34-D738FC464A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7646B5-108D-DAF7-D780-74350A8DE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BA6A8-E61B-D7A8-3535-9CEC4EDA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B7449-F223-2853-A7E7-95D256E8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D5B2B-304D-90A6-D559-F17093A1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395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2C22B-4158-37FF-888D-EC72AE12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202685-60A3-DAA2-B148-6E9A213F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AFE3C-71D6-F8DB-96DE-35B5934B8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2E1CE-075D-AC04-F665-D58B30A2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29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8483E-02A7-E7B2-0052-BF3F07F9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7DFE80-A813-A470-6B2E-9504BEC12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B8D09-72D4-1949-67B0-E9F7234F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68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C4D7-A380-6A81-7188-D4C683D19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9C81B-089F-69B0-C86C-8B3AC73C6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DE88B-D5B7-9D9B-D6BC-ADA6CFE0C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89ADD-8465-DCC7-1A3A-E22E4FEC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D4CE1-5EF3-E9B8-1A71-38FF0DDD7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A310-23AE-CA85-2B23-10E637DB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572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C5BA-1A0D-6738-2AFC-C7683435E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36EFE-C27A-A5A6-8386-9928C95710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3BDA9-2E35-8332-BE52-4765C7536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82F1E-C6F5-3C2D-4489-851795891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DD951-3DC7-DBA2-0FBD-10412792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FA5C5-8EA0-7C4A-14BE-A5335B835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867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585F-866C-53DE-75C3-C0C9B321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F325E-4ADB-D114-720E-6EEC2CC32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9C475-9026-7D24-3637-49B65F78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020F1-30C8-BA19-6D92-97959F4D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3F560-59EC-228D-484B-661F8BFA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369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F89B8A-33B0-299F-0456-A6063C1CF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AADE8-51E2-41BD-4D7B-9455A19D6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2E7C7-4945-08FD-7B38-499CB303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7FAD2-5DE1-72EA-7D14-F6B27885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B5AC5-7D8E-146C-344C-E5F686BB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291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E31F4-01A2-E6F1-B374-7CC95B53C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32EDE0A-8CA4-BE57-5C53-40E9661DD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C94EB4A-EEA2-490F-CAE4-993DE35A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FC6-2C3D-430D-B009-7B7F642ABE14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ADE9B73-AB57-658C-7DA5-217ECDC3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FD5A285-F0CF-4C03-F2C2-B32E6004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482640-75BE-4676-8FBA-7A48CEEC95B0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37058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43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714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990074"/>
            <a:ext cx="9901382" cy="656164"/>
          </a:xfrm>
        </p:spPr>
        <p:txBody>
          <a:bodyPr/>
          <a:lstStyle/>
          <a:p>
            <a:r>
              <a:rPr lang="sk-SK" dirty="0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52564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6950"/>
            <a:ext cx="9818255" cy="6492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1825625"/>
            <a:ext cx="11120582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7221A705-3299-48EB-854F-C3B4273BA57B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E4D3BAD3-06E2-8976-1503-A80952267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10" y="5616379"/>
            <a:ext cx="11120582" cy="5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94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92F3D5-CD3E-29D4-CC4B-9EC71ABD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E13A22E-C17D-D2E7-C115-423CEC0B8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EECA32A-4681-9BA5-A0D8-54F09F11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6690-AF75-4187-BFC3-D5F2332C501B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B627AD7-A404-67BA-ABD1-021ED93D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43788D0-A08F-658B-474D-433D7602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227213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F6C460-0F35-4E85-6A09-AE39960C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7FAB8BD-D9D4-6732-570A-9B37C5C9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70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A7B67C0-F900-C5B2-C56C-35CF66249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F16AB83-1D47-9E2E-1472-C633E9A2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EAE3A-F887-47E6-BD99-55D80AEBF460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634056E-F687-6D18-7D49-0C715498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E9E4B79-2095-E9C7-049E-6E2B5B52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43013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A7DDE2E-A692-3DAD-62E1-9B3AF46C9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10" y="1681163"/>
            <a:ext cx="54618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34030DF-31C2-E488-649D-035B23F1B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710" y="2505075"/>
            <a:ext cx="5461866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E017A73-BA90-1271-D4BE-EA520C431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4840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DF63CFB1-52B3-2337-5C70-EFAB4C37A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484089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198C0987-EF61-2B1A-3FB6-8517F4E8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92BEE-E86B-49DF-B1B3-CCEC9E68AD35}" type="datetime1">
              <a:rPr lang="sk-SK" smtClean="0"/>
              <a:t>27. 2. 2026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9C82B51-FA16-0B39-04A8-7FDCC03A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B9112C33-D93B-E83C-FDAC-75B7736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441622A9-7D0F-4365-C6FA-80D5F022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0600"/>
            <a:ext cx="9818255" cy="7000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</p:spTree>
    <p:extLst>
      <p:ext uri="{BB962C8B-B14F-4D97-AF65-F5344CB8AC3E}">
        <p14:creationId xmlns:p14="http://schemas.microsoft.com/office/powerpoint/2010/main" val="2323591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043D30-071D-33AB-9669-23DC9D7D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626F86A-ED8E-E2CB-0045-882B2081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7997-9BB1-469D-AB8B-75A91F8709FB}" type="datetime1">
              <a:rPr lang="sk-SK" smtClean="0"/>
              <a:t>27. 2. 2026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AA76809C-B35F-91E8-F0FC-58E4DA05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20999B0-23F7-AD49-85E6-5F16A8F0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902303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294DAC2C-3747-CF3D-3CAD-2D3648B2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7880-69E6-4017-911E-C813255CF17D}" type="datetime1">
              <a:rPr lang="sk-SK" smtClean="0"/>
              <a:t>27. 2. 2026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2264B98-8195-D8D6-63E7-7160E646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A3CB4A4-DECD-DD2C-2867-C21C476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154403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ED231A-84A5-F5D9-5D2E-50078FC0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C5581D-D921-5F0F-AE2D-99906DBF2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1EC71DA-B330-2925-634E-8AF351D6A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9CAA74C9-159A-4142-CD81-9C0EBC9A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D860-1691-4A1E-951E-860E288D7ED9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EE73CA0-8128-6D89-5779-DE33B887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69D1AA6B-8076-B5A9-6F2D-053A8646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909274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D6BD6-170C-44DD-BDC0-D960921B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8" y="457200"/>
            <a:ext cx="433618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DABB3901-CBE5-CD07-4906-E15786878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731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DDBA57B-148A-F609-6500-9FB9CDADF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079480"/>
            <a:ext cx="42862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B07352E-769A-F29D-4DE0-19240FFE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6A6A-330E-44F1-9989-89ED565DD888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D766888-199E-BEED-A3B9-4EE38408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B87AE7F8-4D13-FAEB-EAF6-80CD1BE4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232565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3DF940-CA92-904E-80FF-E6F99971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246ADBA-C098-2C20-660C-3760EF1E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68A9-2373-480D-BEC3-8767F6491096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7ADCD98-DFDB-5022-61A3-7705C605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3E782B7-3401-F2F1-32A7-8F6FC2A6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1" name="Zástupný text 3">
            <a:extLst>
              <a:ext uri="{FF2B5EF4-FFF2-40B4-BE49-F238E27FC236}">
                <a16:creationId xmlns:a16="http://schemas.microsoft.com/office/drawing/2014/main" id="{0C564EC2-EE3E-27C0-6E49-AD055C579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175382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2" name="Zástupný text 3">
            <a:extLst>
              <a:ext uri="{FF2B5EF4-FFF2-40B4-BE49-F238E27FC236}">
                <a16:creationId xmlns:a16="http://schemas.microsoft.com/office/drawing/2014/main" id="{6F97C8EF-0CB2-322D-9076-99ABF456029F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35709" y="3004849"/>
            <a:ext cx="5024582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13" name="Zástupný text 3">
            <a:extLst>
              <a:ext uri="{FF2B5EF4-FFF2-40B4-BE49-F238E27FC236}">
                <a16:creationId xmlns:a16="http://schemas.microsoft.com/office/drawing/2014/main" id="{D84772E5-CFF9-718C-802E-19550E9B968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632434" y="2179014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4" name="Zástupný text 3">
            <a:extLst>
              <a:ext uri="{FF2B5EF4-FFF2-40B4-BE49-F238E27FC236}">
                <a16:creationId xmlns:a16="http://schemas.microsoft.com/office/drawing/2014/main" id="{FE1BA62C-FF9F-4199-686B-F448EBF36D9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631711" y="3004849"/>
            <a:ext cx="5023859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</p:spTree>
    <p:extLst>
      <p:ext uri="{BB962C8B-B14F-4D97-AF65-F5344CB8AC3E}">
        <p14:creationId xmlns:p14="http://schemas.microsoft.com/office/powerpoint/2010/main" val="153757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871A6-DA1D-2AF2-410D-861C4D5B2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53971-893D-50F6-A7D7-F4539BBBB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01F34-52FD-0192-4DFB-22DF2B4DC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E0EAA-1EC8-4B17-8240-553647B1F32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762DA-F4BF-3CA8-EFD5-B93EA7F33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FB45F-D1A4-8943-9C39-E836F333A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B1072-922E-4EC9-BE2D-1B69B5E425E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0F4663-0CCD-5EB4-CA80-B5BA1CB5457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431350" y="6642100"/>
            <a:ext cx="53546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This item is classified as Internal. Sharing outside of the CME Group is permitted with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408742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ok 9" descr="Obrázok, na ktorom je nebo, modrá, snímka obrazovky, rozmazanie&#10;&#10;Obsah vygenerovaný pomocou AI môže byť nesprávny.">
            <a:extLst>
              <a:ext uri="{FF2B5EF4-FFF2-40B4-BE49-F238E27FC236}">
                <a16:creationId xmlns:a16="http://schemas.microsoft.com/office/drawing/2014/main" id="{C71F1129-C362-F7B5-2DE7-D5B8B8D330A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36343588-5C6D-5217-EDC9-609AD8D2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1041400"/>
            <a:ext cx="9818255" cy="649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A1C42F2-A5DE-357A-C4CF-5A290B76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09" y="1825625"/>
            <a:ext cx="108180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E5A5F4F-D90E-E642-21B8-C18A81F22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2C8D9-E561-4CC8-AC32-35F66DAD277A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61D836A-C826-6445-380C-EC3A44206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708C169-9F46-5E9A-1745-62AB43CD8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7F2538-5172-44FE-BA0F-FAB2B9E4D3CD}" type="slidenum">
              <a:rPr lang="sk-SK" smtClean="0"/>
              <a:pPr/>
              <a:t>‹#›</a:t>
            </a:fld>
            <a:endParaRPr lang="sk-SK">
              <a:solidFill>
                <a:schemeClr val="bg1"/>
              </a:solidFill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6D9CB86B-5A82-B697-C35D-20BA3B20C0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83275" y="6642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k-SK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  <p:pic>
        <p:nvPicPr>
          <p:cNvPr id="7" name="Obrázok 6" descr="Obrázok, na ktorom je písmo, grafika, logo, kruh">
            <a:extLst>
              <a:ext uri="{FF2B5EF4-FFF2-40B4-BE49-F238E27FC236}">
                <a16:creationId xmlns:a16="http://schemas.microsoft.com/office/drawing/2014/main" id="{97A7DE47-3C26-9503-4E0D-3CA5230F4F1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1" y="324810"/>
            <a:ext cx="1255720" cy="44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8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Gotham Book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otham Book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otham Ligh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otham Ligh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3C86-DA5A-825F-1D5E-CCB21871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D32EFCF4-B455-534B-3603-368CCC9C2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4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2080E3A8-472D-F9A1-A562-7EF891995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en-US" sz="6100" dirty="0">
                <a:latin typeface="Gotham Black"/>
              </a:rPr>
              <a:t>VIEWER</a:t>
            </a:r>
            <a:r>
              <a:rPr lang="en-US" sz="6100" b="1" dirty="0">
                <a:latin typeface="Gotham Black"/>
              </a:rPr>
              <a:t> EXPERIENCE</a:t>
            </a:r>
            <a:endParaRPr lang="sk-SK" sz="61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6825BD63-4964-AEC4-65E5-DBD32945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94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B010A-FB6A-6780-5FB1-5E7114BC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46E8BAC8-27FF-2653-AF68-13AF78C37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4.1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5CF5F8BA-5583-70A8-AA39-E2040FA80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sk-SK" sz="6600" b="1" dirty="0">
                <a:latin typeface="Gotham Black"/>
              </a:rPr>
              <a:t>CRM</a:t>
            </a:r>
            <a:r>
              <a:rPr lang="sk-SK" sz="6600" dirty="0">
                <a:latin typeface="Gotham Black"/>
              </a:rPr>
              <a:t> &amp; Lifecycle</a:t>
            </a:r>
            <a:endParaRPr lang="en-US" sz="66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5B281E80-4C75-38A0-38E4-01B47E82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225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101737-F037-23EB-D242-719208A03EFB}"/>
              </a:ext>
            </a:extLst>
          </p:cNvPr>
          <p:cNvSpPr/>
          <p:nvPr/>
        </p:nvSpPr>
        <p:spPr>
          <a:xfrm>
            <a:off x="9926128" y="4362414"/>
            <a:ext cx="1997510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985A75-B1FD-07F0-DF50-77DCE406F948}"/>
              </a:ext>
            </a:extLst>
          </p:cNvPr>
          <p:cNvSpPr/>
          <p:nvPr/>
        </p:nvSpPr>
        <p:spPr>
          <a:xfrm>
            <a:off x="7636880" y="4352035"/>
            <a:ext cx="1997510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2850E6-3654-22C2-99F3-56894EE9EB41}"/>
              </a:ext>
            </a:extLst>
          </p:cNvPr>
          <p:cNvSpPr/>
          <p:nvPr/>
        </p:nvSpPr>
        <p:spPr>
          <a:xfrm>
            <a:off x="5344892" y="4362414"/>
            <a:ext cx="1997510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88E45C-2070-8B92-A1F4-FF97EB701220}"/>
              </a:ext>
            </a:extLst>
          </p:cNvPr>
          <p:cNvSpPr/>
          <p:nvPr/>
        </p:nvSpPr>
        <p:spPr>
          <a:xfrm>
            <a:off x="3053193" y="4362414"/>
            <a:ext cx="1997510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54D542-5F4B-5967-9C9C-ED24270382EA}"/>
              </a:ext>
            </a:extLst>
          </p:cNvPr>
          <p:cNvSpPr/>
          <p:nvPr/>
        </p:nvSpPr>
        <p:spPr>
          <a:xfrm>
            <a:off x="560101" y="4327858"/>
            <a:ext cx="1997510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FF83566-3389-7783-666B-950B399B8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3426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Present</a:t>
            </a:r>
            <a:r>
              <a:rPr lang="en-US" dirty="0">
                <a:latin typeface="Gotham Black"/>
              </a:rPr>
              <a:t> in the moments that matter</a:t>
            </a:r>
            <a:endParaRPr lang="sk-SK" dirty="0">
              <a:latin typeface="Gotham Black"/>
            </a:endParaRP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7D20163F-5638-37EF-0457-6B4DEC6E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508997"/>
            <a:ext cx="11277600" cy="26035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Gotham Black"/>
              </a:rPr>
              <a:t>VOYO stays part of everyday viewing</a:t>
            </a:r>
            <a:r>
              <a:rPr lang="sk-SK" sz="2000" dirty="0">
                <a:latin typeface="Gotham Black"/>
              </a:rPr>
              <a:t>, </a:t>
            </a:r>
            <a:r>
              <a:rPr lang="en-US" sz="2000" dirty="0">
                <a:latin typeface="Gotham Black"/>
              </a:rPr>
              <a:t>not just the subscription moment</a:t>
            </a:r>
            <a:r>
              <a:rPr lang="sk-SK" sz="2000" dirty="0">
                <a:latin typeface="Gotham Black"/>
              </a:rPr>
              <a:t>.</a:t>
            </a:r>
          </a:p>
          <a:p>
            <a:pPr marL="0" indent="0">
              <a:buNone/>
            </a:pPr>
            <a:endParaRPr lang="sk-SK" sz="1400" dirty="0">
              <a:latin typeface="Gotham Black"/>
            </a:endParaRPr>
          </a:p>
          <a:p>
            <a:pPr marL="0" indent="0">
              <a:buNone/>
            </a:pPr>
            <a:r>
              <a:rPr lang="en-US" sz="1400" b="1" dirty="0">
                <a:latin typeface="Gotham Black"/>
              </a:rPr>
              <a:t>WHY IT MATTERS</a:t>
            </a:r>
          </a:p>
          <a:p>
            <a:r>
              <a:rPr lang="en-US" sz="1400" dirty="0">
                <a:latin typeface="Gotham Black"/>
              </a:rPr>
              <a:t>VOYO stays relevant between big premieres and shared TV moments</a:t>
            </a:r>
          </a:p>
          <a:p>
            <a:r>
              <a:rPr lang="en-US" sz="1400" dirty="0">
                <a:latin typeface="Gotham Black"/>
              </a:rPr>
              <a:t>Communication reflects real viewing rhythms, not marketing pressure</a:t>
            </a:r>
          </a:p>
          <a:p>
            <a:r>
              <a:rPr lang="en-US" sz="1400" dirty="0">
                <a:latin typeface="Gotham Black"/>
              </a:rPr>
              <a:t>Each interaction reinforces continuity, trust and everyday value</a:t>
            </a:r>
            <a:endParaRPr lang="sk-SK" sz="1400" dirty="0">
              <a:latin typeface="Gotham Black"/>
            </a:endParaRPr>
          </a:p>
          <a:p>
            <a:pPr marL="0" indent="0">
              <a:buNone/>
            </a:pPr>
            <a:endParaRPr lang="sk-SK" sz="1400" dirty="0">
              <a:latin typeface="Gotham Black"/>
            </a:endParaRPr>
          </a:p>
          <a:p>
            <a:pPr marL="0" indent="0">
              <a:buNone/>
            </a:pPr>
            <a:r>
              <a:rPr lang="sk-SK" sz="1400" b="1" dirty="0">
                <a:latin typeface="Gotham Black"/>
              </a:rPr>
              <a:t>CORE PRINCIPLES</a:t>
            </a:r>
          </a:p>
          <a:p>
            <a:pPr marL="0" indent="0">
              <a:buNone/>
            </a:pPr>
            <a:br>
              <a:rPr lang="en-US" sz="1400" dirty="0">
                <a:latin typeface="Gotham Black"/>
              </a:rPr>
            </a:br>
            <a:endParaRPr lang="sk-SK" sz="14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2B1A36E-E1D2-79D4-5971-B61A80AA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sk-SK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99D448F6-2921-FD45-A833-55D74E3A439F}"/>
              </a:ext>
            </a:extLst>
          </p:cNvPr>
          <p:cNvSpPr txBox="1"/>
          <p:nvPr/>
        </p:nvSpPr>
        <p:spPr>
          <a:xfrm>
            <a:off x="7634140" y="4429124"/>
            <a:ext cx="2000250" cy="1293971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CONTINUITY OVER INTERRUPTION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We help viewers continue and return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D2BA2029-10B3-0396-EBD4-ACCB99CB6E86}"/>
              </a:ext>
            </a:extLst>
          </p:cNvPr>
          <p:cNvSpPr txBox="1"/>
          <p:nvPr/>
        </p:nvSpPr>
        <p:spPr>
          <a:xfrm>
            <a:off x="461818" y="4429125"/>
            <a:ext cx="2200563" cy="1293971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STORIES KEEP VOYO PRESENT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We lead with content people care about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5A7AE269-E461-3B3F-38A0-0784AA0C82B4}"/>
              </a:ext>
            </a:extLst>
          </p:cNvPr>
          <p:cNvSpPr txBox="1"/>
          <p:nvPr/>
        </p:nvSpPr>
        <p:spPr>
          <a:xfrm>
            <a:off x="2852592" y="4429125"/>
            <a:ext cx="2200563" cy="1293971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BUILT AROUND REAL VIEWING BEHAVIOUR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We respond to how people actually watch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2BA65475-387E-E571-05E0-C670BF591B84}"/>
              </a:ext>
            </a:extLst>
          </p:cNvPr>
          <p:cNvSpPr txBox="1"/>
          <p:nvPr/>
        </p:nvSpPr>
        <p:spPr>
          <a:xfrm>
            <a:off x="5243366" y="4429125"/>
            <a:ext cx="2200563" cy="1293971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PERSONAL AND LOCALLY FLUENT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R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ecommendations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feel culturally close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F28CA470-FDCF-E7C0-2886-001BD6525B9C}"/>
              </a:ext>
            </a:extLst>
          </p:cNvPr>
          <p:cNvSpPr txBox="1"/>
          <p:nvPr/>
        </p:nvSpPr>
        <p:spPr>
          <a:xfrm>
            <a:off x="10027655" y="4429125"/>
            <a:ext cx="1802394" cy="1770698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TRUST OVER TACTICS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Clear value</a:t>
            </a: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 e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asy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control</a:t>
            </a: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 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 pressure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37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752142-C367-3A00-BE8A-D6A4C7401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8" y="614020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Responsive</a:t>
            </a:r>
            <a:r>
              <a:rPr lang="en-US" dirty="0">
                <a:latin typeface="Gotham Black"/>
              </a:rPr>
              <a:t> to how people watch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6692AA6-78D1-31FF-2859-B714B3753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4"/>
            <a:ext cx="11277600" cy="73660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Gotham Black"/>
              </a:rPr>
              <a:t>VOYO communication responds to behavior signals and content moments to support everyday viewing.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A9AA883-5043-65DA-4B60-93C5CA420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009592EC-537F-999E-FE16-3FF99619943B}"/>
              </a:ext>
            </a:extLst>
          </p:cNvPr>
          <p:cNvSpPr txBox="1"/>
          <p:nvPr/>
        </p:nvSpPr>
        <p:spPr>
          <a:xfrm>
            <a:off x="1357168" y="5710019"/>
            <a:ext cx="9006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GUIDING PRINCIPLE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Communication supports watching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behaviour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— not marketing pressure.</a:t>
            </a: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4B2F103B-E71D-1084-A463-FD6689B2B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816066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ástupný objekt pre obsah 2">
            <a:extLst>
              <a:ext uri="{FF2B5EF4-FFF2-40B4-BE49-F238E27FC236}">
                <a16:creationId xmlns:a16="http://schemas.microsoft.com/office/drawing/2014/main" id="{BD0A3030-1ABC-CA12-0031-38605117A80C}"/>
              </a:ext>
            </a:extLst>
          </p:cNvPr>
          <p:cNvSpPr txBox="1">
            <a:spLocks/>
          </p:cNvSpPr>
          <p:nvPr/>
        </p:nvSpPr>
        <p:spPr>
          <a:xfrm>
            <a:off x="4029074" y="2708958"/>
            <a:ext cx="7691293" cy="2854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THREE LAYERS WORK TOGETHER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LIFECYCLE FLOWS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Guide viewers through starting, continuing and returning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BEHAVIOUR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TRIGGERS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Respond to real actions: starting, finishing, pausing or exploring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PERSONALISED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CONTENT MOMENTS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Recommendations and messages reflect what each viewer watches and cares about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C0E7C2-087A-5266-8826-1762870F6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168" y="3185585"/>
            <a:ext cx="1579042" cy="157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02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CA814E-BFCB-8627-B0AC-65B21ECE9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70" y="614673"/>
            <a:ext cx="9901382" cy="656164"/>
          </a:xfrm>
        </p:spPr>
        <p:txBody>
          <a:bodyPr>
            <a:noAutofit/>
          </a:bodyPr>
          <a:lstStyle/>
          <a:p>
            <a:r>
              <a:rPr lang="en-US" dirty="0">
                <a:latin typeface="Gotham Black"/>
              </a:rPr>
              <a:t>Familiar, personal</a:t>
            </a:r>
            <a:r>
              <a:rPr lang="sk-SK" dirty="0">
                <a:latin typeface="Gotham Black"/>
              </a:rPr>
              <a:t> and</a:t>
            </a:r>
            <a:r>
              <a:rPr lang="en-US" dirty="0">
                <a:latin typeface="Gotham Black"/>
              </a:rPr>
              <a:t> </a:t>
            </a:r>
            <a:r>
              <a:rPr lang="en-US" b="1" dirty="0">
                <a:latin typeface="Gotham Black"/>
              </a:rPr>
              <a:t>easy to engage </a:t>
            </a:r>
            <a:r>
              <a:rPr lang="en-US" dirty="0">
                <a:latin typeface="Gotham Black"/>
              </a:rPr>
              <a:t>with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3E71663-6941-DC1D-0447-C35421392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4"/>
            <a:ext cx="11277600" cy="4663665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sk-SK" dirty="0">
                <a:latin typeface="Gotham Black"/>
              </a:rPr>
              <a:t>V</a:t>
            </a:r>
            <a:r>
              <a:rPr lang="en-US" dirty="0">
                <a:latin typeface="Gotham Black"/>
              </a:rPr>
              <a:t>OYO service communication feels familiar, clear and worth opening.</a:t>
            </a:r>
          </a:p>
          <a:p>
            <a:pPr marL="0" indent="0">
              <a:lnSpc>
                <a:spcPct val="120000"/>
              </a:lnSpc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PRINCIPLES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Gotham Black"/>
              </a:rPr>
              <a:t>RECOGNISABLE AND CONSISTENT</a:t>
            </a:r>
            <a:br>
              <a:rPr lang="en-US" dirty="0">
                <a:latin typeface="Gotham Black"/>
              </a:rPr>
            </a:br>
            <a:r>
              <a:rPr lang="en-US" dirty="0" err="1">
                <a:latin typeface="Gotham Black"/>
              </a:rPr>
              <a:t>Consistent</a:t>
            </a:r>
            <a:r>
              <a:rPr lang="en-US" dirty="0">
                <a:latin typeface="Gotham Black"/>
              </a:rPr>
              <a:t> VOYO presence builds immediate trust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Gotham Black"/>
              </a:rPr>
              <a:t>CONTENT FIRST, MESSAGE SECOND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Stories and viewing value lead every communication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Gotham Black"/>
              </a:rPr>
              <a:t>PERSONAL AND HUMAN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Language feels direct, natural and locally fluent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Gotham Black"/>
              </a:rPr>
              <a:t>VISUAL AND EASY TO SCAN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Clear structure helps viewers decide in seconds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Gotham Black"/>
              </a:rPr>
              <a:t>RELEVANT, NEVER OVERWHELMING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We communicate when it adds value</a:t>
            </a:r>
          </a:p>
          <a:p>
            <a:pPr>
              <a:lnSpc>
                <a:spcPct val="120000"/>
              </a:lnSpc>
            </a:pP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078D83D-CAE8-A662-D814-5E097E9F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302B5A-F5F6-AFA4-4E63-E07518A1D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780" y="3363101"/>
            <a:ext cx="1904695" cy="19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67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283227-877C-C964-DB3B-FD64544E4A30}"/>
              </a:ext>
            </a:extLst>
          </p:cNvPr>
          <p:cNvSpPr/>
          <p:nvPr/>
        </p:nvSpPr>
        <p:spPr>
          <a:xfrm>
            <a:off x="7335619" y="3004326"/>
            <a:ext cx="2103655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EF444C-3378-C5C3-B5E9-A0B988AA4631}"/>
              </a:ext>
            </a:extLst>
          </p:cNvPr>
          <p:cNvSpPr/>
          <p:nvPr/>
        </p:nvSpPr>
        <p:spPr>
          <a:xfrm>
            <a:off x="9583519" y="3004326"/>
            <a:ext cx="2103655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C85227-9A65-213C-487A-CB8DAE193A9C}"/>
              </a:ext>
            </a:extLst>
          </p:cNvPr>
          <p:cNvSpPr/>
          <p:nvPr/>
        </p:nvSpPr>
        <p:spPr>
          <a:xfrm>
            <a:off x="5068669" y="3004326"/>
            <a:ext cx="2103655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FB66D4-BCAC-4D19-D789-97B7159BA039}"/>
              </a:ext>
            </a:extLst>
          </p:cNvPr>
          <p:cNvSpPr/>
          <p:nvPr/>
        </p:nvSpPr>
        <p:spPr>
          <a:xfrm>
            <a:off x="2782669" y="3004326"/>
            <a:ext cx="2122705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8A3196-534A-98A6-7C3E-A2C5C0204E67}"/>
              </a:ext>
            </a:extLst>
          </p:cNvPr>
          <p:cNvSpPr/>
          <p:nvPr/>
        </p:nvSpPr>
        <p:spPr>
          <a:xfrm>
            <a:off x="515719" y="3004326"/>
            <a:ext cx="2103655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5F12C96-DFA6-7BD4-76CD-DA1784E76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696" y="646924"/>
            <a:ext cx="11277599" cy="612750"/>
          </a:xfrm>
        </p:spPr>
        <p:txBody>
          <a:bodyPr>
            <a:noAutofit/>
          </a:bodyPr>
          <a:lstStyle/>
          <a:p>
            <a:r>
              <a:rPr lang="en-US" dirty="0">
                <a:latin typeface="Gotham Black"/>
              </a:rPr>
              <a:t>VOYO </a:t>
            </a:r>
            <a:r>
              <a:rPr lang="en-US" b="1" dirty="0">
                <a:latin typeface="Gotham Black"/>
              </a:rPr>
              <a:t>across everyday </a:t>
            </a:r>
            <a:r>
              <a:rPr lang="en-US" dirty="0">
                <a:latin typeface="Gotham Black"/>
              </a:rPr>
              <a:t>viewing moments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5268E26-9044-8458-1E33-071EA621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Zástupný objekt pre obsah 2">
            <a:extLst>
              <a:ext uri="{FF2B5EF4-FFF2-40B4-BE49-F238E27FC236}">
                <a16:creationId xmlns:a16="http://schemas.microsoft.com/office/drawing/2014/main" id="{6931DFCF-8355-3B18-FC6B-B921E3B532F8}"/>
              </a:ext>
            </a:extLst>
          </p:cNvPr>
          <p:cNvSpPr txBox="1">
            <a:spLocks/>
          </p:cNvSpPr>
          <p:nvPr/>
        </p:nvSpPr>
        <p:spPr>
          <a:xfrm>
            <a:off x="461818" y="1825625"/>
            <a:ext cx="11277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stays present across everyday viewing moments, helping viewers start, continue and return with ease.</a:t>
            </a:r>
            <a:endParaRPr kumimoji="0" lang="sk-S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BE95FDB0-148B-A619-139A-F9C299999F0D}"/>
              </a:ext>
            </a:extLst>
          </p:cNvPr>
          <p:cNvSpPr txBox="1"/>
          <p:nvPr/>
        </p:nvSpPr>
        <p:spPr>
          <a:xfrm>
            <a:off x="1514475" y="5710019"/>
            <a:ext cx="9344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EXPERIENCE PRINCIPLE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Communication should feel as seamless as the viewing experience</a:t>
            </a: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DA0032C8-5985-7ADC-DA90-A1EEE681F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816066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" name="Zástupný objekt pre obsah 19">
            <a:extLst>
              <a:ext uri="{FF2B5EF4-FFF2-40B4-BE49-F238E27FC236}">
                <a16:creationId xmlns:a16="http://schemas.microsoft.com/office/drawing/2014/main" id="{66BFB67E-8CA2-BB29-F2F3-0BF3576524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1695" y="2926799"/>
          <a:ext cx="11277600" cy="1985119"/>
        </p:xfrm>
        <a:graphic>
          <a:graphicData uri="http://schemas.openxmlformats.org/drawingml/2006/table">
            <a:tbl>
              <a:tblPr/>
              <a:tblGrid>
                <a:gridCol w="2255520">
                  <a:extLst>
                    <a:ext uri="{9D8B030D-6E8A-4147-A177-3AD203B41FA5}">
                      <a16:colId xmlns:a16="http://schemas.microsoft.com/office/drawing/2014/main" val="3349938885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438466072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3943068806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77454701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1530103763"/>
                    </a:ext>
                  </a:extLst>
                </a:gridCol>
              </a:tblGrid>
              <a:tr h="700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▶▶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7451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Start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Setup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Continue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Relax &amp;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unwind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Return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693146"/>
                  </a:ext>
                </a:extLst>
              </a:tr>
              <a:tr h="84275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Show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what’s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worth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watching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Help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personalise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experience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Gotham Light"/>
                          <a:ea typeface="+mn-ea"/>
                          <a:cs typeface="Arial" panose="020B0604020202020204" pitchFamily="34" charset="0"/>
                        </a:rPr>
                        <a:t>Recommend what to watch next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Support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everyday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viewing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rituals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Gotham Light"/>
                          <a:ea typeface="+mn-ea"/>
                          <a:cs typeface="Arial" panose="020B0604020202020204" pitchFamily="34" charset="0"/>
                        </a:rPr>
                        <a:t>Bring new stories worth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returning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Gotham Light"/>
                          <a:ea typeface="+mn-ea"/>
                          <a:cs typeface="Arial" panose="020B0604020202020204" pitchFamily="34" charset="0"/>
                        </a:rPr>
                        <a:t>for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221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2331-07E2-EAB2-8C57-EF9FD297D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4AB1F2F0-FCA5-1573-D8F8-95DF9B21D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4.2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B27C307D-AD8F-C575-CB4E-F99BD153B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sk-SK" sz="6600" b="1" dirty="0">
                <a:latin typeface="Gotham Black"/>
              </a:rPr>
              <a:t>Platform Experience </a:t>
            </a:r>
            <a:r>
              <a:rPr lang="sk-SK" sz="6600" dirty="0">
                <a:latin typeface="Gotham Black"/>
              </a:rPr>
              <a:t>&amp; UX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BE09C037-88FB-9084-6030-884070DC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0825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CE326D-F17D-129F-D6DF-45D41991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2439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Designed</a:t>
            </a:r>
            <a:r>
              <a:rPr lang="en-US" dirty="0">
                <a:latin typeface="Gotham Black"/>
              </a:rPr>
              <a:t> for effortless viewing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56E8196-9A07-0480-97C0-502FA8B7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4CF717E-F179-00E1-3860-1AF03BB1E38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35707" y="3159315"/>
            <a:ext cx="5484813" cy="2438400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EASY TO CHOOSE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Reduce scrolling. Highlight what matters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CONTINUE WITHOUT FRICTION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Seamless resume across devices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FLEXIBLE CONTROL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Watch anytime. Pause, return, manage easily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dirty="0">
              <a:latin typeface="Gotham Black"/>
            </a:endParaRP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6D2A3401-23ED-115A-DC0A-A5357BC07EF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707188" y="3159315"/>
            <a:ext cx="5484812" cy="2525713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DISCOVERY WITHOUT OVERLOAD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Relevant recommendations over endless browsing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PROTECT THE VIEWING FLOW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Avoid interruptions and unnecessary steps</a:t>
            </a: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COMFORTABLE VIEWING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Stable playback, clear navigation, minimal distraction</a:t>
            </a:r>
            <a:endParaRPr lang="sk-SK" dirty="0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067572F4-5242-3EEE-1731-6245E67D0715}"/>
              </a:ext>
            </a:extLst>
          </p:cNvPr>
          <p:cNvSpPr txBox="1"/>
          <p:nvPr/>
        </p:nvSpPr>
        <p:spPr>
          <a:xfrm>
            <a:off x="535707" y="1828580"/>
            <a:ext cx="1112058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is built to make choosing, watching and continuing simple.</a:t>
            </a:r>
            <a:endParaRPr kumimoji="0" lang="sk-S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CORE EXPERIENCE PRINCIPLES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92449586-44AB-3B56-40FD-2E9E5852D3F6}"/>
              </a:ext>
            </a:extLst>
          </p:cNvPr>
          <p:cNvSpPr txBox="1"/>
          <p:nvPr/>
        </p:nvSpPr>
        <p:spPr>
          <a:xfrm>
            <a:off x="1643025" y="5678487"/>
            <a:ext cx="98182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EXPERIENCE CHECK: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Does this make watching easier and more comfortable?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7F803B78-1A99-16DC-A308-D1A47B1F3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816066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Rovná spojnica 4">
            <a:extLst>
              <a:ext uri="{FF2B5EF4-FFF2-40B4-BE49-F238E27FC236}">
                <a16:creationId xmlns:a16="http://schemas.microsoft.com/office/drawing/2014/main" id="{4DABAD44-09F9-988A-9C6D-367EAB42B0CB}"/>
              </a:ext>
            </a:extLst>
          </p:cNvPr>
          <p:cNvCxnSpPr>
            <a:cxnSpLocks/>
          </p:cNvCxnSpPr>
          <p:nvPr/>
        </p:nvCxnSpPr>
        <p:spPr>
          <a:xfrm>
            <a:off x="5570323" y="3639730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426448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smtClean="0">
            <a:solidFill>
              <a:schemeClr val="bg1"/>
            </a:solidFill>
            <a:latin typeface="Gotham Book" panose="0200060404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bbb06d7-dc84-41cf-a936-1e85ffed1c67}" enabled="1" method="Standard" siteId="{ac66e848-7cb4-490d-b461-4eb2e62f834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PresentationFormat>Widescreen</PresentationFormat>
  <Paragraphs>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Gotham Black</vt:lpstr>
      <vt:lpstr>Gotham Book</vt:lpstr>
      <vt:lpstr>Gotham Light</vt:lpstr>
      <vt:lpstr>Office Theme</vt:lpstr>
      <vt:lpstr>Motív Office</vt:lpstr>
      <vt:lpstr>Chapter 4</vt:lpstr>
      <vt:lpstr>Chapter 4.1</vt:lpstr>
      <vt:lpstr>Present in the moments that matter</vt:lpstr>
      <vt:lpstr>Responsive to how people watch</vt:lpstr>
      <vt:lpstr>Familiar, personal and easy to engage with</vt:lpstr>
      <vt:lpstr>VOYO across everyday viewing moments</vt:lpstr>
      <vt:lpstr>Chapter 4.2</vt:lpstr>
      <vt:lpstr>Designed for effortless viewing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Strýček, Jakub</dc:creator>
  <cp:lastModifiedBy>Strýček, Jakub</cp:lastModifiedBy>
  <cp:revision>1</cp:revision>
  <dcterms:created xsi:type="dcterms:W3CDTF">2026-02-27T05:41:55Z</dcterms:created>
  <dcterms:modified xsi:type="dcterms:W3CDTF">2026-02-27T10:52:09Z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This item is classified as Internal. Sharing outside of the CME Group is permitted with justification.</vt:lpwstr>
  </property>
</Properties>
</file>